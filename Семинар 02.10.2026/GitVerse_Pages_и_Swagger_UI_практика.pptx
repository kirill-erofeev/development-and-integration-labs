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354fffcb54147" /><Relationship Type="http://schemas.openxmlformats.org/officeDocument/2006/relationships/extended-properties" Target="/docProps/app.xml" Id="R472677cbcd9b4ea9" /><Relationship Type="http://schemas.openxmlformats.org/officeDocument/2006/relationships/officeDocument" Target="/ppt/presentation.xml" Id="R3983f69ff1da40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1712a86f64dbd"/>
  </p:sldMasterIdLst>
  <p:notesMasterIdLst>
    <p:notesMasterId xmlns:r="http://schemas.openxmlformats.org/officeDocument/2006/relationships" r:id="Ra37030e45bc34714"/>
  </p:notesMasterIdLst>
  <p:sldIdLst>
    <p:sldId xmlns:r="http://schemas.openxmlformats.org/officeDocument/2006/relationships" id="256" r:id="Rc371234bd6794673"/>
    <p:sldId xmlns:r="http://schemas.openxmlformats.org/officeDocument/2006/relationships" id="257" r:id="R555ccc7ecb184228"/>
    <p:sldId xmlns:r="http://schemas.openxmlformats.org/officeDocument/2006/relationships" id="258" r:id="R634f1c0dc2f24283"/>
    <p:sldId xmlns:r="http://schemas.openxmlformats.org/officeDocument/2006/relationships" id="259" r:id="Rafeed9b47d7c43a5"/>
    <p:sldId xmlns:r="http://schemas.openxmlformats.org/officeDocument/2006/relationships" id="260" r:id="R9246814f437b4d77"/>
    <p:sldId xmlns:r="http://schemas.openxmlformats.org/officeDocument/2006/relationships" id="261" r:id="Ra8787b0c84084e5f"/>
    <p:sldId xmlns:r="http://schemas.openxmlformats.org/officeDocument/2006/relationships" id="262" r:id="Rc5aba576da264d2c"/>
    <p:sldId xmlns:r="http://schemas.openxmlformats.org/officeDocument/2006/relationships" id="263" r:id="Ra3e875f35c7649d2"/>
    <p:sldId xmlns:r="http://schemas.openxmlformats.org/officeDocument/2006/relationships" id="264" r:id="R4eaee2197ab340f6"/>
    <p:sldId xmlns:r="http://schemas.openxmlformats.org/officeDocument/2006/relationships" id="265" r:id="R587563d771574d48"/>
    <p:sldId xmlns:r="http://schemas.openxmlformats.org/officeDocument/2006/relationships" id="266" r:id="R077e32e66d9b49f7"/>
    <p:sldId xmlns:r="http://schemas.openxmlformats.org/officeDocument/2006/relationships" id="267" r:id="Rc40ae106f9ec450c"/>
    <p:sldId xmlns:r="http://schemas.openxmlformats.org/officeDocument/2006/relationships" id="268" r:id="Rc98fd7901778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741f0a66f4104" /><Relationship Type="http://schemas.openxmlformats.org/officeDocument/2006/relationships/slideMaster" Target="/ppt/slideMasters/slideMaster1.xml" Id="Ra951712a86f64dbd" /><Relationship Type="http://schemas.openxmlformats.org/officeDocument/2006/relationships/notesMaster" Target="/ppt/notesMasters/notesMaster1.xml" Id="Ra37030e45bc34714" /><Relationship Type="http://schemas.openxmlformats.org/officeDocument/2006/relationships/presProps" Target="/ppt/presProps.xml" Id="R84cf30c59ffe4686" /><Relationship Type="http://schemas.openxmlformats.org/officeDocument/2006/relationships/viewProps" Target="/ppt/viewProps.xml" Id="Ra67626f5fd644829" /><Relationship Type="http://schemas.openxmlformats.org/officeDocument/2006/relationships/tableStyles" Target="/ppt/tableStyles.xml" Id="R61b8735286af4c9a" /><Relationship Type="http://schemas.openxmlformats.org/officeDocument/2006/relationships/slide" Target="/ppt/slides/slide1.xml" Id="Rc371234bd6794673" /><Relationship Type="http://schemas.openxmlformats.org/officeDocument/2006/relationships/slide" Target="/ppt/slides/slide2.xml" Id="R555ccc7ecb184228" /><Relationship Type="http://schemas.openxmlformats.org/officeDocument/2006/relationships/slide" Target="/ppt/slides/slide3.xml" Id="R634f1c0dc2f24283" /><Relationship Type="http://schemas.openxmlformats.org/officeDocument/2006/relationships/slide" Target="/ppt/slides/slide4.xml" Id="Rafeed9b47d7c43a5" /><Relationship Type="http://schemas.openxmlformats.org/officeDocument/2006/relationships/slide" Target="/ppt/slides/slide5.xml" Id="R9246814f437b4d77" /><Relationship Type="http://schemas.openxmlformats.org/officeDocument/2006/relationships/slide" Target="/ppt/slides/slide6.xml" Id="Ra8787b0c84084e5f" /><Relationship Type="http://schemas.openxmlformats.org/officeDocument/2006/relationships/slide" Target="/ppt/slides/slide7.xml" Id="Rc5aba576da264d2c" /><Relationship Type="http://schemas.openxmlformats.org/officeDocument/2006/relationships/slide" Target="/ppt/slides/slide8.xml" Id="Ra3e875f35c7649d2" /><Relationship Type="http://schemas.openxmlformats.org/officeDocument/2006/relationships/slide" Target="/ppt/slides/slide9.xml" Id="R4eaee2197ab340f6" /><Relationship Type="http://schemas.openxmlformats.org/officeDocument/2006/relationships/slide" Target="/ppt/slides/slide10.xml" Id="R587563d771574d48" /><Relationship Type="http://schemas.openxmlformats.org/officeDocument/2006/relationships/slide" Target="/ppt/slides/slide11.xml" Id="R077e32e66d9b49f7" /><Relationship Type="http://schemas.openxmlformats.org/officeDocument/2006/relationships/slide" Target="/ppt/slides/slide12.xml" Id="Rc40ae106f9ec450c" /><Relationship Type="http://schemas.openxmlformats.org/officeDocument/2006/relationships/slide" Target="/ppt/slides/slide13.xml" Id="Rc98fd7901778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361802f2c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ae7d17e444713" /><Relationship Type="http://schemas.openxmlformats.org/officeDocument/2006/relationships/notesMaster" Target="/ppt/notesMasters/notesMaster1.xml" Id="R3e626c568364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88a9272294c28" /><Relationship Type="http://schemas.openxmlformats.org/officeDocument/2006/relationships/notesMaster" Target="/ppt/notesMasters/notesMaster1.xml" Id="R9d883c3701e549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bec4856614e4f" /><Relationship Type="http://schemas.openxmlformats.org/officeDocument/2006/relationships/notesMaster" Target="/ppt/notesMasters/notesMaster1.xml" Id="Rc2331554b22f42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cb36b5c324d53" /><Relationship Type="http://schemas.openxmlformats.org/officeDocument/2006/relationships/notesMaster" Target="/ppt/notesMasters/notesMaster1.xml" Id="Rc3c96f7d1f0642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048cb844864862" /><Relationship Type="http://schemas.openxmlformats.org/officeDocument/2006/relationships/notesMaster" Target="/ppt/notesMasters/notesMaster1.xml" Id="R03adef4538924b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c04759fc24c58" /><Relationship Type="http://schemas.openxmlformats.org/officeDocument/2006/relationships/notesMaster" Target="/ppt/notesMasters/notesMaster1.xml" Id="Rebcbff9db405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bdb7c00d96468f" /><Relationship Type="http://schemas.openxmlformats.org/officeDocument/2006/relationships/notesMaster" Target="/ppt/notesMasters/notesMaster1.xml" Id="R593e34c70b29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cd5968370a4d6c" /><Relationship Type="http://schemas.openxmlformats.org/officeDocument/2006/relationships/notesMaster" Target="/ppt/notesMasters/notesMaster1.xml" Id="R7fd12f84a61c4d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b34f417b14aed" /><Relationship Type="http://schemas.openxmlformats.org/officeDocument/2006/relationships/notesMaster" Target="/ppt/notesMasters/notesMaster1.xml" Id="Rf2477b806a6e4b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8774b06424610" /><Relationship Type="http://schemas.openxmlformats.org/officeDocument/2006/relationships/notesMaster" Target="/ppt/notesMasters/notesMaster1.xml" Id="R3733131a80a544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a2a3cf5caa4ee9" /><Relationship Type="http://schemas.openxmlformats.org/officeDocument/2006/relationships/notesMaster" Target="/ppt/notesMasters/notesMaster1.xml" Id="R6c79fa05c1f544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f2d462386b4452" /><Relationship Type="http://schemas.openxmlformats.org/officeDocument/2006/relationships/notesMaster" Target="/ppt/notesMasters/notesMaster1.xml" Id="R1b9a8fc687ac4c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ba1ae46d3f4f12" /><Relationship Type="http://schemas.openxmlformats.org/officeDocument/2006/relationships/notesMaster" Target="/ppt/notesMasters/notesMaster1.xml" Id="R1d7058c52802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https://gitverse.ru/docs/pages/overview/</a:t>
            </a:r>
          </a:p>
          <a:p xmlns:a="http://schemas.openxmlformats.org/drawingml/2006/main">
            <a:r>
              <a:t>https://gitverse.ru/docs/pages/quick-start/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https://gitverse.ru/docs/pages/overview/</a:t>
            </a:r>
          </a:p>
          <a:p xmlns:a="http://schemas.openxmlformats.org/drawingml/2006/main">
            <a:r>
              <a:t>• https://gitverse.ru/docs/pages/quick-start/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https://fastapi.tiangolo.com/tutorial/metadata/</a:t>
            </a:r>
          </a:p>
          <a:p xmlns:a="http://schemas.openxmlformats.org/drawingml/2006/main">
            <a:r>
              <a:t>• https://swagger.io/docs/open-source-tools/swagger-ui/usage/installation/</a:t>
            </a:r>
          </a:p>
          <a:p xmlns:a="http://schemas.openxmlformats.org/drawingml/2006/main">
            <a:r>
              <a:t>• https://gitverse.ru/docs/pages/overview/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https://fastapi.tiangolo.com/tutorial/metadata/</a:t>
            </a:r>
          </a:p>
          <a:p xmlns:a="http://schemas.openxmlformats.org/drawingml/2006/main">
            <a:r>
              <a:t>• https://fastapi.tiangolo.com/tutorial/cors/</a:t>
            </a:r>
          </a:p>
          <a:p xmlns:a="http://schemas.openxmlformats.org/drawingml/2006/main">
            <a:r>
              <a:t>• https://swagger.io/docs/open-source-tools/swagger-ui/usage/installation/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https://gitverse.ru/docs/pages/quick-start/</a:t>
            </a:r>
          </a:p>
          <a:p xmlns:a="http://schemas.openxmlformats.org/drawingml/2006/main">
            <a:r>
              <a:t>• https://swagger.io/docs/open-source-tools/swagger-ui/usage/installation/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https://fastapi.tiangolo.com/tutorial/metadata/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https://gitverse.ru/docs/pages/quick-start/</a:t>
            </a:r>
          </a:p>
          <a:p xmlns:a="http://schemas.openxmlformats.org/drawingml/2006/main">
            <a:r>
              <a:t>• https://swagger.io/docs/open-source-tools/swagger-ui/usage/installation/</a:t>
            </a:r>
          </a:p>
          <a:p xmlns:a="http://schemas.openxmlformats.org/drawingml/2006/main">
            <a:r>
              <a:t>• https://gitverse.ru/docs/pages/docs/from-branch/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https://swagger.io/docs/open-source-tools/swagger-ui/usage/installation/</a:t>
            </a:r>
          </a:p>
          <a:p xmlns:a="http://schemas.openxmlformats.org/drawingml/2006/main">
            <a:r>
              <a:t>• https://gitverse.ru/docs/pages/docs/from-branch/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https://gitverse.ru/docs/pages/quick-start/</a:t>
            </a:r>
          </a:p>
          <a:p xmlns:a="http://schemas.openxmlformats.org/drawingml/2006/main">
            <a:r>
              <a:t>• https://gitverse.ru/docs/pages/docs/requirements/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https://gitverse.ru/docs/pages/quick-start/</a:t>
            </a:r>
          </a:p>
          <a:p xmlns:a="http://schemas.openxmlformats.org/drawingml/2006/main">
            <a:r>
              <a:t>• https://gitverse.ru/docs/pages/docs/requirements/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https://fastapi.tiangolo.com/tutorial/cors/</a:t>
            </a:r>
          </a:p>
          <a:p xmlns:a="http://schemas.openxmlformats.org/drawingml/2006/main">
            <a:r>
              <a:t>• https://fastapi.tiangolo.com/tutorial/metadata/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• https://gitverse.ru/docs/pages/overview/</a:t>
            </a:r>
          </a:p>
          <a:p xmlns:a="http://schemas.openxmlformats.org/drawingml/2006/main">
            <a:r>
              <a:t>• https://gitverse.ru/docs/pages/quick-start/</a:t>
            </a:r>
          </a:p>
          <a:p xmlns:a="http://schemas.openxmlformats.org/drawingml/2006/main">
            <a:r>
              <a:t>• https://fastapi.tiangolo.com/tutorial/metadata/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3a93545ee4fd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045c75c804954" /><Relationship Type="http://schemas.openxmlformats.org/officeDocument/2006/relationships/slideLayout" Target="/ppt/slideLayouts/slideLayout1.xml" Id="Rf7cd3425fcc146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d3425fcc1463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78f96ce834fff" /><Relationship Type="http://schemas.openxmlformats.org/officeDocument/2006/relationships/image" Target="/ppt/media/image.png" Id="R346f90a5f4e14811" /><Relationship Type="http://schemas.openxmlformats.org/officeDocument/2006/relationships/image" Target="/ppt/media/image2.png" Id="Rae1ed120629d4760" /><Relationship Type="http://schemas.openxmlformats.org/officeDocument/2006/relationships/notesSlide" Target="/ppt/notesSlides/notesSlide1.xml" Id="R5fe9d346ba6347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06dcb6980498a" /><Relationship Type="http://schemas.openxmlformats.org/officeDocument/2006/relationships/notesSlide" Target="/ppt/notesSlides/notesSlide2.xml" Id="R563ca40f80ab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9e9f4cf324e67" /><Relationship Type="http://schemas.openxmlformats.org/officeDocument/2006/relationships/notesSlide" Target="/ppt/notesSlides/notesSlide3.xml" Id="R011fa790578a4a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4776cb0a54665" /><Relationship Type="http://schemas.openxmlformats.org/officeDocument/2006/relationships/notesSlide" Target="/ppt/notesSlides/notesSlide4.xml" Id="Re34f0dcc0513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c5b5b26c2479f" /><Relationship Type="http://schemas.openxmlformats.org/officeDocument/2006/relationships/notesSlide" Target="/ppt/notesSlides/notesSlide5.xml" Id="Rd83f4c78e33e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dad9d69dd4c01" /><Relationship Type="http://schemas.openxmlformats.org/officeDocument/2006/relationships/notesSlide" Target="/ppt/notesSlides/notesSlide6.xml" Id="R18d854888aea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4c69e93a448ec" /><Relationship Type="http://schemas.openxmlformats.org/officeDocument/2006/relationships/notesSlide" Target="/ppt/notesSlides/notesSlide7.xml" Id="Rbaaef92eb7cf40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a30b7f9d24974" /><Relationship Type="http://schemas.openxmlformats.org/officeDocument/2006/relationships/notesSlide" Target="/ppt/notesSlides/notesSlide8.xml" Id="R9ccb4c69f03c40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d589034e4280" /><Relationship Type="http://schemas.openxmlformats.org/officeDocument/2006/relationships/notesSlide" Target="/ppt/notesSlides/notesSlide9.xml" Id="Rc8c1a232a4a444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29ba983914742" /><Relationship Type="http://schemas.openxmlformats.org/officeDocument/2006/relationships/notesSlide" Target="/ppt/notesSlides/notesSlide10.xml" Id="R54fd453ebfcb48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f46d9d5242bf" /><Relationship Type="http://schemas.openxmlformats.org/officeDocument/2006/relationships/notesSlide" Target="/ppt/notesSlides/notesSlide11.xml" Id="Ra3e0ee66cf5246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f542b5154635" /><Relationship Type="http://schemas.openxmlformats.org/officeDocument/2006/relationships/notesSlide" Target="/ppt/notesSlides/notesSlide12.xml" Id="Rf29bbc787d6b46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33bfe8c2c440f" /><Relationship Type="http://schemas.openxmlformats.org/officeDocument/2006/relationships/notesSlide" Target="/ppt/notesSlides/notesSlide13.xml" Id="R5315da6a4a444c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9820CB0-0293-4FAD-AC1D-4F97429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-1"/>
            <a:ext cx="11958990" cy="6795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569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/>
          </a:p>
        </p:txBody>
      </p:sp>
      <p:pic>
        <p:nvPicPr>
          <p:cNvPr id="1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f90a5f4e1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7691" y="1871970"/>
            <a:ext cx="4551435" cy="4773178"/>
          </a:xfrm>
          <a:prstGeom xmlns:a="http://schemas.openxmlformats.org/drawingml/2006/main" prst="rect">
            <a:avLst/>
          </a:prstGeom>
        </p:spPr>
      </p:pic>
      <p:pic>
        <p:nvPicPr>
          <p:cNvPr id="15" name="Рисунок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1ed120629d4760"/>
          <a:srcRect xmlns:a="http://schemas.openxmlformats.org/drawingml/2006/main" l="0" t="80000" r="0" b="0"/>
          <a:stretch xmlns:a="http://schemas.openxmlformats.org/drawingml/2006/main"/>
        </p:blipFill>
        <p:spPr>
          <a:xfrm xmlns:a="http://schemas.openxmlformats.org/drawingml/2006/main">
            <a:off x="3650675" y="282341"/>
            <a:ext cx="3186282" cy="1107187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13BC34-7DDE-4E83-B5C8-D77AE15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7" y="1936375"/>
            <a:ext cx="734209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bg1"/>
                </a:solidFill>
                <a:latin typeface="Book Antiqua"/>
                <a:ea typeface="Book Antiqua"/>
                <a:cs typeface="Book Antiqua"/>
              </a:rPr>
              <a:t>Разработка и интеграция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636AA5-0C27-444F-9C57-F8963F70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9" y="3585882"/>
            <a:ext cx="614978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Практика 5</a:t>
            </a:r>
            <a:r>
              <a:rPr sz="3600" b="1">
                <a:solidFill>
                  <a:srgbClr val="FFFFFF"/>
                </a:solidFill>
              </a:rPr>
              <a:t> </a:t>
            </a:r>
          </a:p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GitVerse Pages</a:t>
            </a:r>
          </a:p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и Swagger UI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540937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63E0F-627D-4535-B119-4A90B66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GitVerse Pages: назначение сервиса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AA1A2-04AB-4D5F-B8BA-1BCDA26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DFA49-1DEF-4968-889B-1B4736F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AD5FB-AD4D-4A6D-8C85-70ED6367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93D70-B1AA-49D9-8BED-B907E6D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GitVerse Pages публикует статический сайт из репозитория и обновляет его после коммита в источник публикации.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E796D-0DC0-4E6F-B112-663FA91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Что размещаем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2BACB-9531-4BF6-810C-68A8E41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HTML, CSS, JavaScript, файлы схемы OpenAPI и статическую документацию.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B0CF-19CD-4361-A034-4E4A8A94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Как обновляем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60EEF-A8D2-4E07-9256-B5E69A1D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Выбираем ветку и каталог. GitVerse запускает сборку и размещает результат.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691E6-0D0B-41BB-8031-1F4C49A9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Что остаётся снаружи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E6BAA-F48C-4D4A-B623-6F9CD37A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FastAPI, модель, база данных и другие серверные компоненты.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ACDAC-CA78-4B9F-BCCA-08A03B08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Pages публикует файлы. Серверное приложение продолжает работать в собственной среде.</a:t>
            </a:r>
          </a:p>
        </p:txBody>
      </p:sp>
    </p:spTree>
    <p:extLst>
      <p:ext uri="{BB962C8B-B14F-4D97-AF65-F5344CB8AC3E}">
        <p14:creationId xmlns:p14="http://schemas.microsoft.com/office/powerpoint/2010/main" val="134343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463E8-C9B4-47F1-9DE9-BCFF1EB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Проектный сайт и источник публикации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FEC6-5FF2-47A9-BA5E-C2EC19E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C5D79-310A-4129-B514-21F2B758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A4910-45AA-4A90-ACFF-36FE098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F1429-EB86-4063-A6E9-A348DE8A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4667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5732E-782C-4EF1-A30A-65B2F2A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Адрес сайта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C1E59-D53B-4E2D-ABB3-0C6E9145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https://&lt;owner&gt;.gitverse.site/&lt;repo-name&gt;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F0F1-2E25-47F7-9886-D9DE83E4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47825"/>
            <a:ext cx="4667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A6609-8FEC-4EA1-8F39-5574E4D4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C032A-10A1-4F28-99F7-6366A78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Выбранная ветка и один каталог: /, /docs, /site, /public или /out.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C8EF9-8012-437F-A5D4-B8FB1D5D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Для этой практики удобно хранить статичную документацию в каталоге docs/.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D6093-EA61-43DB-8E38-3C02D16A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каталоге-источнике должен лежать index.html, index.md или README.md.</a:t>
            </a:r>
          </a:p>
        </p:txBody>
      </p:sp>
    </p:spTree>
    <p:extLst>
      <p:ext uri="{BB962C8B-B14F-4D97-AF65-F5344CB8AC3E}">
        <p14:creationId xmlns:p14="http://schemas.microsoft.com/office/powerpoint/2010/main" val="589031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F871D-C8FD-468B-B829-339692C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OpenAPI, Swagger UI и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63C0-9F5F-4271-85A1-2C5E86D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26369-E886-4BED-AD94-529460B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DC4B8-E05C-4B1F-9764-74AC7281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A8B25-20EE-4760-99F1-A790F74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AE56A-ADD7-4813-B536-205ACDED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D30C-F453-4946-AFED-2913DAC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51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Создаёт схему OpenAPI. По умолчанию она доступна по /openapi.json.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92BE6-BD3E-4725-88DE-FA7838D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7810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63218-8415-4D5C-8471-A671BDDE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2857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C1A61-2C04-48AD-8C3F-256EBB3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24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Swagger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DD1C5-EBD1-41AB-BE88-1C6457F1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1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Читает схему и формирует понятную страницу операций, параметров и ответов.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D8760-6ED6-48C4-8929-2AE08EF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05075"/>
            <a:ext cx="7810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E46BC-C173-411C-896D-BFF0A18B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62125"/>
            <a:ext cx="266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90AE-6E47-4A6D-BC6C-353C617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GitVerse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49FB-40DC-48DF-BB3D-CA33D4F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Раздаёт статические файлы документации по публичному URL.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3BAC9-DE94-404B-B56C-2965088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Схема описывает контракт. Swagger UI отображает его. GitVerse Pages размещает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172571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AA83E-82E0-4EDB-9CF2-00B804C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Два режима документации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A2D2E-12FD-4C32-BD9C-414565A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DC5C-6E11-4CEA-941E-F3359B5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56240-1D9C-4E9E-982A-61649EA9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3C726-5FAD-4407-B0A3-9488102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Статичный снимок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77F4-2B8A-4EBC-9E6C-CAD8B54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репозиторий кладут openapi.json и файлы Swagger UI. Страница показывает контракт без доступа к работающему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AF9E3-4A29-4561-A141-35EDE7F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Живая документация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392EF-67BF-4680-B46E-9574561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383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Страница на Pages получает схему и выполняет запросы к публичному API. Браузеру нужны доступный API и CORS.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9B159-7487-4552-A1E0-6841CF3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Для учебного репозитория начинаем со снимка схемы. Он воспроизводимо показывает состояние API в конкретном коммите.</a:t>
            </a:r>
          </a:p>
        </p:txBody>
      </p:sp>
    </p:spTree>
    <p:extLst>
      <p:ext uri="{BB962C8B-B14F-4D97-AF65-F5344CB8AC3E}">
        <p14:creationId xmlns:p14="http://schemas.microsoft.com/office/powerpoint/2010/main" val="1569910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68842-92A3-43C3-A935-E06DC726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План публикации Swagger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124F1-5507-434F-B013-0634BEBD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8856E-9060-4F38-BFB0-C720AAE2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ADCCA-D2C8-4983-AED1-CC81FAE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0947-687F-4F8F-AB69-E5B19D5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431BB-7030-4F20-863A-09A1DAC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C1A3F-DB1A-4675-903B-20BAB73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Получить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OpenAPI-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схему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9BBB6-5964-4D97-8EC3-BACF07BA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6860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E0434-35D4-492D-BA44-1E5EA42E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C0D61-A3D9-4BC9-872B-894FDBD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56A17-AEA3-4E1F-A852-60EBEBE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Собрать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файлы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D048-B4F0-4200-B880-CA06C25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860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A14A7-507F-46B2-AAB5-D9351B64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B98F6-BD69-41F7-9402-1848360C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D2FF2-9213-48DE-8409-F7DB4E8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Создать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index.html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B3F93-9FD4-487D-8A2E-86538131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860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BE2BB-0FD0-4D41-9F7A-23EF076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55242-7E59-41AB-BC3E-1342353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B4613-3126-46A5-A321-450401F0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Настроить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2522E-6FBB-41E8-A726-13702A5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860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042B2-7FE5-4480-896E-2CE6C7C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BE70F-12B4-47F6-9B58-30B208F6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5A8CB-B82B-4C9A-9B25-DDF52B80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Проверить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B8948-ADBC-44E5-A677-B6E13E02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860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1C16E-9770-43AF-85E4-8C83B45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43125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8E7"/>
          </a:solidFill>
          <a:ln xmlns:a="http://schemas.openxmlformats.org/drawingml/2006/main" w="14288">
            <a:solidFill>
              <a:srgbClr val="25656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630A0-669C-4E85-BBC6-37DFF42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66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5A65EA-89D0-4C38-BDA0-68F8941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Подключить</a:t>
            </a:r>
          </a:p>
          <a:p xmlns:a="http://schemas.openxmlformats.org/drawingml/2006/main">
            <a:pPr>
              <a:defRPr sz="12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живой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CAE7E-C2BF-48F0-9BAE-220EBAA5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Слайды 7–12 дают точную последовательность действий и результат каждого шага.</a:t>
            </a:r>
          </a:p>
        </p:txBody>
      </p:sp>
    </p:spTree>
    <p:extLst>
      <p:ext uri="{BB962C8B-B14F-4D97-AF65-F5344CB8AC3E}">
        <p14:creationId xmlns:p14="http://schemas.microsoft.com/office/powerpoint/2010/main" val="1093816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7A219-32F0-440E-A8A3-912A759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1. Получить и проверить OpenAPI-схему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B3148-C04E-4982-90A7-E94A843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CC91-98E5-4C42-AB03-D12F3C5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0E8C-D1A3-4987-B2AA-56145B31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98D15-9317-4193-9E86-892292FB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Запустите FastAPI локально и откройте /docs. После проверки сохраните текущую схему в каталог документации.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7CA7E-0389-41FB-9E12-A710C346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curl.exe http://127.0.0.1:8000/openapi.json ^</a:t>
            </a:r>
          </a:p>
          <a:p xmlns:a="http://schemas.openxmlformats.org/drawingml/2006/main">
            <a:pPr>
              <a:defRPr sz="1350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-o docs/api/openapi.json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C5CE7-1219-41C7-AECE-201FC4FD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Проверить до сохранения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24EB4-6E30-4FE6-978A-E5E4482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81275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Заголовок, версия, все endpoints, схемы запросов и ответов, примеры ошибок.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48C22-9879-4383-B463-4B8BB66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В коммит попадает снимок контракта, который соответствует коду API.</a:t>
            </a:r>
          </a:p>
        </p:txBody>
      </p:sp>
    </p:spTree>
    <p:extLst>
      <p:ext uri="{BB962C8B-B14F-4D97-AF65-F5344CB8AC3E}">
        <p14:creationId xmlns:p14="http://schemas.microsoft.com/office/powerpoint/2010/main" val="827355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16E2C-9968-4A74-9D52-01C65775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2. Подготовить каталог документации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8FA1-FD00-4B13-A1E3-A443904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6A743-DF98-4E73-9106-201E0BE1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E1001-F384-4151-9B09-455F428B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54BC9-E313-4854-9866-7D4DE96A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Выберите docs/ как каталог публикации. Внутри api/ хранятся страница, схема и локальные файлы Swagger UI.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7CFEB-7583-4876-93F9-B36EB0B5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14550"/>
            <a:ext cx="4333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docs/</a:t>
            </a:r>
          </a:p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api/</a:t>
            </a:r>
          </a:p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index.html</a:t>
            </a:r>
          </a:p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openapi.json</a:t>
            </a:r>
          </a:p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swagger-ui.css</a:t>
            </a:r>
          </a:p>
          <a:p xmlns:a="http://schemas.openxmlformats.org/drawingml/2006/main">
            <a:pPr>
              <a:defRPr sz="18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swagger-ui-bundle.js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A58F9-892F-4D46-B9A9-055704EC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Откуда взять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06C41-31F9-498A-B5F0-304FE4CC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860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Скопируйте нужные статические файлы из дистрибутива swagger-ui. Локальные файлы дают относительные пути.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37611-C337-4D65-BFD4-4FFB686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Не добавляйте в Pages Python-код или файл модели: сервис публикует статические ресурсы.</a:t>
            </a:r>
          </a:p>
        </p:txBody>
      </p:sp>
    </p:spTree>
    <p:extLst>
      <p:ext uri="{BB962C8B-B14F-4D97-AF65-F5344CB8AC3E}">
        <p14:creationId xmlns:p14="http://schemas.microsoft.com/office/powerpoint/2010/main" val="2095163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84AE1-720B-4BC4-855D-36ECA4C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3. Создать Swagger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2A74-3276-4680-BBDF-9542057D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ADE45-59D3-4FE1-8B33-DEF0F605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91A2-236C-4711-81F7-F6770CA8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0ED87-3977-401F-AA97-C05D13A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381625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&lt;link rel="stylesheet" href="./swagger-ui.css"&gt;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&lt;div id="swagger-ui"&gt;&lt;/div&gt;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&lt;script src="./swagger-ui-bundle.js"&gt;&lt;/script&gt;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SwaggerUIBundle({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url: "./openapi.json",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dom_id: "#swagger-ui"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});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6A068-8AC5-4DFF-807F-5FE678D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Ключевой параметр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7B080-7C20-412C-B4AE-D4DB55D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621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url указывает на схему. Относительный путь позволяет странице и openapi.json жить в одном каталоге Pages.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03C59-E95A-44F9-BE0F-E357849F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67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Перед коммитом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14793-0ABE-4926-81E6-BB662FC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Откройте index.html через локальный HTTP-сервер и убедитесь, что Swagger UI видит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2087565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D0F76-6D82-4FEE-AF85-06E8AC6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4. Настроить GitVerse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FA245-597A-47D7-BF18-4428CBE7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A6D89-06A4-4EB9-AF2D-01EF743E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FF244-0C63-475B-890E-BABA585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C848-F949-4C85-A3EC-20371705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Репозиторий должен быть публичным, непустым и с включённым CI/CD.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17283-7CB1-4BC3-8CCF-0C80071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CB7EA-35A5-4DFE-AD19-3F8A5E5A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Отправить изменения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A19A4-6B6F-43DD-836C-B9465D8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Коммит с docs/api/ в выбранную ветку.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DE07C-AA66-466D-BFA0-3239ACE1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E46E7-94D8-4E57-B8EF-BC2C96DF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Открыть настройки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276BD-A32C-4ACC-8941-BFFBF4D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Репозиторий → Настройки → Страницы.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6DE31-0440-4970-81A4-B30411D1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B03DC-9213-4CE9-8FA2-B610789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Выбрать источник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A2134-4F70-4AAA-A24E-55DA4BB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19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Ветка main или pages, каталог /docs.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BF412-CCA7-4D17-B445-672C9F7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ACC7F-7889-4B18-8A18-23A5CC41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Сохранить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19580-52E4-42D4-AA4D-62A8C59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GitVerse запускает сборку и публикацию.</a:t>
            </a:r>
          </a:p>
        </p:txBody>
      </p:sp>
    </p:spTree>
    <p:extLst>
      <p:ext uri="{BB962C8B-B14F-4D97-AF65-F5344CB8AC3E}">
        <p14:creationId xmlns:p14="http://schemas.microsoft.com/office/powerpoint/2010/main" val="949615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825EF-7708-4A99-B6E7-8CF5D78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5. Проверка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61549-7DED-45B4-94E5-B398DD4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EEEA2-A6AF-420B-9F64-6BC6DAF5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4473C-1200-40FF-883D-3354B1E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E644C-8C9A-4E0B-AAE4-ECAF8D1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После успешной сборки URL проекта имеет вид: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A6B1-52DD-4E7A-B599-3C8E16F9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569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256569"/>
                </a:solidFill>
                <a:latin typeface="Consolas"/>
                <a:ea typeface="Consolas"/>
                <a:cs typeface="Consolas"/>
              </a:rPr>
              <a:t>https://&lt;owner&gt;.gitverse.site/&lt;repo-name&gt;/api/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5AEC9-EF25-493F-945B-03418E4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Проверка страницы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D2288-05D0-4FEF-8BE0-EE58F6B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Видны операции, параметры, модели ответов и описание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65BFF-C866-4509-93BA-AFC4404D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Проверка схемы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9550B-31BD-42E2-8DBE-2C5046D6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480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Откройте /api/openapi.json. В браузере должен быть JSON текущего коммита.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B056D-F0F9-49F4-AB65-2B7BF57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Проверка сборки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8F811-58C3-4FE0-A025-4C745EE7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Если страница не открывается, изучите статус и журнал CI/CD в настройках Pages.</a:t>
            </a:r>
          </a:p>
        </p:txBody>
      </p:sp>
    </p:spTree>
    <p:extLst>
      <p:ext uri="{BB962C8B-B14F-4D97-AF65-F5344CB8AC3E}">
        <p14:creationId xmlns:p14="http://schemas.microsoft.com/office/powerpoint/2010/main" val="2048510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392C4-06A9-4CA9-8BD3-7A6A5F0B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Шаг 6. Подключить Swagger UI к живому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3528-9FBA-41D9-AB7A-E6D310B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D3A89-132A-4711-B900-E734C576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D45E-5CF7-4231-961C-4A30935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F2FA1-C485-440B-99C9-244EC054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«Try it out» в схеме должен быть URL внешнего API. Браузер отправит запрос с домена GitVerse Pages.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142FC-5BAF-4075-B53D-E149FEB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5857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from fastapi.middleware.cors import CORSMiddleware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app.add_middleware(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CORSMiddleware,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allow_origins=["https://&lt;owner&gt;.gitverse.site"],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allow_methods=["GET", "POST"],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    allow_headers=["Content-Type"],</a:t>
            </a:r>
          </a:p>
          <a:p xmlns:a="http://schemas.openxmlformats.org/drawingml/2006/main">
            <a:pPr>
              <a:defRPr sz="1575" b="0">
                <a:solidFill>
                  <a:srgbClr val="173E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3E42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096CF-8601-4024-82D8-0484B9C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33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Безопасная настройка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503F4-18AE-465C-9987-50E7897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Укажите точный origin своей страницы. Не открывайте доступ всем origin без необходимости.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F0B95-531B-4D47-88FE-44398DBC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Граница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EC4D1-D63D-4845-9C55-4FC7377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481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Pages не делает локальный FastAPI публичным. Нужен отдельный доступный сервер API.</a:t>
            </a:r>
          </a:p>
        </p:txBody>
      </p:sp>
    </p:spTree>
    <p:extLst>
      <p:ext uri="{BB962C8B-B14F-4D97-AF65-F5344CB8AC3E}">
        <p14:creationId xmlns:p14="http://schemas.microsoft.com/office/powerpoint/2010/main" val="3998673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FB27A-D8CB-4A0C-A6DE-8D4A7F6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Результат практики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F416A-CE0C-4642-965F-330A53C3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2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C04A2-22ED-4CEB-9380-D1094790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912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Разработка и интеграция / Практика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1FE54-9839-4D64-AC92-028746A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11F91-EA90-47BF-8CEA-8CB640B8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В репозитории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FC915-F963-4F7A-9F03-51BEF06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Каталог docs/api/ со Swagger UI, openapi.json и локальными статическими файлами.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DC437-12FA-4288-AC72-F645362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В GitVerse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143AA-71D2-409F-BC35-8596907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Включённые Pages с источником из ветки и каталога docs/.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DCDD2-C60D-44C0-95DA-002FF42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В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58C62-9807-4CA0-960D-60659CF0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621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Ссылка на опубликованную документацию и команда обновления openapi.json.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1AA9A-C6EC-404E-8652-2203DDB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На защите: открыть страницу, показать один endpoint и сопоставить его со схемой FastAPI.</a:t>
            </a:r>
          </a:p>
        </p:txBody>
      </p:sp>
    </p:spTree>
    <p:extLst>
      <p:ext uri="{BB962C8B-B14F-4D97-AF65-F5344CB8AC3E}">
        <p14:creationId xmlns:p14="http://schemas.microsoft.com/office/powerpoint/2010/main" val="11466435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2026-10-01T14:51:14.3910000Z</dcterms:created>
  <dcterms:modified xsi:type="dcterms:W3CDTF">2026-10-01T14:51:14.3910000Z</dcterms:modified>
</coreProperties>
</file>