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20be3bd6b44f77" /><Relationship Type="http://schemas.openxmlformats.org/officeDocument/2006/relationships/extended-properties" Target="/docProps/app.xml" Id="R2ea497a2a8374235" /><Relationship Type="http://schemas.openxmlformats.org/officeDocument/2006/relationships/officeDocument" Target="/ppt/presentation.xml" Id="R66eaaf918b6043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507eef6e344914"/>
  </p:sldMasterIdLst>
  <p:notesMasterIdLst>
    <p:notesMasterId xmlns:r="http://schemas.openxmlformats.org/officeDocument/2006/relationships" r:id="Rdc93c306d5f44866"/>
  </p:notesMasterIdLst>
  <p:sldIdLst>
    <p:sldId xmlns:r="http://schemas.openxmlformats.org/officeDocument/2006/relationships" id="256" r:id="R57da125729bd487c"/>
    <p:sldId xmlns:r="http://schemas.openxmlformats.org/officeDocument/2006/relationships" id="257" r:id="R13dabc2f1aec4790"/>
    <p:sldId xmlns:r="http://schemas.openxmlformats.org/officeDocument/2006/relationships" id="258" r:id="R29e464f3a1724894"/>
    <p:sldId xmlns:r="http://schemas.openxmlformats.org/officeDocument/2006/relationships" id="259" r:id="Raf0384c3881c456c"/>
    <p:sldId xmlns:r="http://schemas.openxmlformats.org/officeDocument/2006/relationships" id="260" r:id="Rfa53e38674d34331"/>
    <p:sldId xmlns:r="http://schemas.openxmlformats.org/officeDocument/2006/relationships" id="261" r:id="R9ca342b838544483"/>
    <p:sldId xmlns:r="http://schemas.openxmlformats.org/officeDocument/2006/relationships" id="262" r:id="Rc9128a2055094870"/>
    <p:sldId xmlns:r="http://schemas.openxmlformats.org/officeDocument/2006/relationships" id="263" r:id="Rfaff221e58f64c33"/>
    <p:sldId xmlns:r="http://schemas.openxmlformats.org/officeDocument/2006/relationships" id="264" r:id="Re5e3d5497e7445dd"/>
    <p:sldId xmlns:r="http://schemas.openxmlformats.org/officeDocument/2006/relationships" id="265" r:id="Rc2a10897fe23418e"/>
    <p:sldId xmlns:r="http://schemas.openxmlformats.org/officeDocument/2006/relationships" id="266" r:id="Rbd22d9e683e84fad"/>
    <p:sldId xmlns:r="http://schemas.openxmlformats.org/officeDocument/2006/relationships" id="267" r:id="R3ecb103fb4bc49cf"/>
    <p:sldId xmlns:r="http://schemas.openxmlformats.org/officeDocument/2006/relationships" id="268" r:id="R92f9fe9426174f88"/>
    <p:sldId xmlns:r="http://schemas.openxmlformats.org/officeDocument/2006/relationships" id="269" r:id="R6c853a028c50463f"/>
    <p:sldId xmlns:r="http://schemas.openxmlformats.org/officeDocument/2006/relationships" id="270" r:id="Rb0ed8a00d40d4a29"/>
    <p:sldId xmlns:r="http://schemas.openxmlformats.org/officeDocument/2006/relationships" id="271" r:id="R6b7e8129787b43a0"/>
    <p:sldId xmlns:r="http://schemas.openxmlformats.org/officeDocument/2006/relationships" id="272" r:id="R71537dd4041b487c"/>
    <p:sldId xmlns:r="http://schemas.openxmlformats.org/officeDocument/2006/relationships" id="273" r:id="Ra25660b310c944be"/>
    <p:sldId xmlns:r="http://schemas.openxmlformats.org/officeDocument/2006/relationships" id="274" r:id="R42518e92fe6e420d"/>
    <p:sldId xmlns:r="http://schemas.openxmlformats.org/officeDocument/2006/relationships" id="275" r:id="Re5ead23e208d4c3c"/>
    <p:sldId xmlns:r="http://schemas.openxmlformats.org/officeDocument/2006/relationships" id="276" r:id="R2941cda01c5b44e6"/>
    <p:sldId xmlns:r="http://schemas.openxmlformats.org/officeDocument/2006/relationships" id="277" r:id="R9a90b44df5b04f5a"/>
    <p:sldId xmlns:r="http://schemas.openxmlformats.org/officeDocument/2006/relationships" id="278" r:id="Rdb8e7f4a44eb429b"/>
    <p:sldId xmlns:r="http://schemas.openxmlformats.org/officeDocument/2006/relationships" id="279" r:id="R0feaf659b615452b"/>
    <p:sldId xmlns:r="http://schemas.openxmlformats.org/officeDocument/2006/relationships" id="280" r:id="R6af149a2118043e7"/>
    <p:sldId xmlns:r="http://schemas.openxmlformats.org/officeDocument/2006/relationships" id="281" r:id="Rac6cc6e68b51469a"/>
    <p:sldId xmlns:r="http://schemas.openxmlformats.org/officeDocument/2006/relationships" id="282" r:id="R4e362440e6da49c5"/>
    <p:sldId xmlns:r="http://schemas.openxmlformats.org/officeDocument/2006/relationships" id="283" r:id="Rb221f4e8c6274ae5"/>
    <p:sldId xmlns:r="http://schemas.openxmlformats.org/officeDocument/2006/relationships" id="284" r:id="R989899a70a7d49fc"/>
    <p:sldId xmlns:r="http://schemas.openxmlformats.org/officeDocument/2006/relationships" id="285" r:id="R097c587545e64d94"/>
    <p:sldId xmlns:r="http://schemas.openxmlformats.org/officeDocument/2006/relationships" id="286" r:id="R4b7f4ac0056b4c0e"/>
    <p:sldId xmlns:r="http://schemas.openxmlformats.org/officeDocument/2006/relationships" id="287" r:id="R4c85d032bef6490d"/>
    <p:sldId xmlns:r="http://schemas.openxmlformats.org/officeDocument/2006/relationships" id="288" r:id="R06561d807d20466f"/>
    <p:sldId xmlns:r="http://schemas.openxmlformats.org/officeDocument/2006/relationships" id="289" r:id="R78a5e458986648a0"/>
    <p:sldId xmlns:r="http://schemas.openxmlformats.org/officeDocument/2006/relationships" id="290" r:id="Re08ecc5ec77a443f"/>
    <p:sldId xmlns:r="http://schemas.openxmlformats.org/officeDocument/2006/relationships" id="291" r:id="Rd3db1a3fbd794c57"/>
    <p:sldId xmlns:r="http://schemas.openxmlformats.org/officeDocument/2006/relationships" id="292" r:id="Re886b13d01834f12"/>
    <p:sldId xmlns:r="http://schemas.openxmlformats.org/officeDocument/2006/relationships" id="293" r:id="R3a565892e35d4209"/>
    <p:sldId xmlns:r="http://schemas.openxmlformats.org/officeDocument/2006/relationships" id="294" r:id="R81aa9fe6fcc2443b"/>
    <p:sldId xmlns:r="http://schemas.openxmlformats.org/officeDocument/2006/relationships" id="295" r:id="R16caba9a3ab54c15"/>
    <p:sldId xmlns:r="http://schemas.openxmlformats.org/officeDocument/2006/relationships" id="296" r:id="R7f95b639466a4b7f"/>
    <p:sldId xmlns:r="http://schemas.openxmlformats.org/officeDocument/2006/relationships" id="297" r:id="Racc6b93a7ce04ff7"/>
    <p:sldId xmlns:r="http://schemas.openxmlformats.org/officeDocument/2006/relationships" id="298" r:id="Ra8018f19f7ba4662"/>
    <p:sldId xmlns:r="http://schemas.openxmlformats.org/officeDocument/2006/relationships" id="299" r:id="R14bb6272b9c74e3f"/>
    <p:sldId xmlns:r="http://schemas.openxmlformats.org/officeDocument/2006/relationships" id="300" r:id="Rde2e6be8190447a3"/>
    <p:sldId xmlns:r="http://schemas.openxmlformats.org/officeDocument/2006/relationships" id="301" r:id="R767a5f729874455f"/>
    <p:sldId xmlns:r="http://schemas.openxmlformats.org/officeDocument/2006/relationships" id="302" r:id="R8e894c92f6bf4e68"/>
    <p:sldId xmlns:r="http://schemas.openxmlformats.org/officeDocument/2006/relationships" id="303" r:id="R392e3d0e6ede4cde"/>
    <p:sldId xmlns:r="http://schemas.openxmlformats.org/officeDocument/2006/relationships" id="304" r:id="R9b5e310e10ee4926"/>
    <p:sldId xmlns:r="http://schemas.openxmlformats.org/officeDocument/2006/relationships" id="305" r:id="R1de4892d32214a9c"/>
    <p:sldId xmlns:r="http://schemas.openxmlformats.org/officeDocument/2006/relationships" id="306" r:id="R9dbfad5b354e4e55"/>
    <p:sldId xmlns:r="http://schemas.openxmlformats.org/officeDocument/2006/relationships" id="307" r:id="R39109d7289ca459c"/>
    <p:sldId xmlns:r="http://schemas.openxmlformats.org/officeDocument/2006/relationships" id="308" r:id="Rbf57e4fb490c4e19"/>
    <p:sldId xmlns:r="http://schemas.openxmlformats.org/officeDocument/2006/relationships" id="309" r:id="R752d52331d9647e8"/>
    <p:sldId xmlns:r="http://schemas.openxmlformats.org/officeDocument/2006/relationships" id="310" r:id="R1480239e1a3e4846"/>
    <p:sldId xmlns:r="http://schemas.openxmlformats.org/officeDocument/2006/relationships" id="311" r:id="R5f38d2a35f414aac"/>
    <p:sldId xmlns:r="http://schemas.openxmlformats.org/officeDocument/2006/relationships" id="312" r:id="R8ab0e132b34040cf"/>
    <p:sldId xmlns:r="http://schemas.openxmlformats.org/officeDocument/2006/relationships" id="313" r:id="R24d85c78a5a0494e"/>
    <p:sldId xmlns:r="http://schemas.openxmlformats.org/officeDocument/2006/relationships" id="314" r:id="R5bd390a3a4f84b69"/>
    <p:sldId xmlns:r="http://schemas.openxmlformats.org/officeDocument/2006/relationships" id="315" r:id="R76818deceecc402c"/>
    <p:sldId xmlns:r="http://schemas.openxmlformats.org/officeDocument/2006/relationships" id="316" r:id="Rb30f6065052e4c50"/>
    <p:sldId xmlns:r="http://schemas.openxmlformats.org/officeDocument/2006/relationships" id="317" r:id="R9333c118d9e8498f"/>
    <p:sldId xmlns:r="http://schemas.openxmlformats.org/officeDocument/2006/relationships" id="318" r:id="R91bc1454a79b4e2c"/>
    <p:sldId xmlns:r="http://schemas.openxmlformats.org/officeDocument/2006/relationships" id="319" r:id="R75cbf9c152374716"/>
    <p:sldId xmlns:r="http://schemas.openxmlformats.org/officeDocument/2006/relationships" id="320" r:id="Re2d6ad243a0d4687"/>
    <p:sldId xmlns:r="http://schemas.openxmlformats.org/officeDocument/2006/relationships" id="321" r:id="R88e036f70e6c4895"/>
    <p:sldId xmlns:r="http://schemas.openxmlformats.org/officeDocument/2006/relationships" id="322" r:id="R2fd50ade92644446"/>
    <p:sldId xmlns:r="http://schemas.openxmlformats.org/officeDocument/2006/relationships" id="323" r:id="Rbbec2af842b54296"/>
    <p:sldId xmlns:r="http://schemas.openxmlformats.org/officeDocument/2006/relationships" id="324" r:id="R2aff40e9c0cc4f26"/>
    <p:sldId xmlns:r="http://schemas.openxmlformats.org/officeDocument/2006/relationships" id="325" r:id="Rf3f4265c9f174f5e"/>
    <p:sldId xmlns:r="http://schemas.openxmlformats.org/officeDocument/2006/relationships" id="326" r:id="Re1798fdfde2d4caf"/>
    <p:sldId xmlns:r="http://schemas.openxmlformats.org/officeDocument/2006/relationships" id="327" r:id="Rf716774ec5634155"/>
    <p:sldId xmlns:r="http://schemas.openxmlformats.org/officeDocument/2006/relationships" id="328" r:id="R9bab6176b43b40c7"/>
    <p:sldId xmlns:r="http://schemas.openxmlformats.org/officeDocument/2006/relationships" id="329" r:id="Rd7eeb0e604874102"/>
    <p:sldId xmlns:r="http://schemas.openxmlformats.org/officeDocument/2006/relationships" id="330" r:id="Ra1c2200cf0654b80"/>
    <p:sldId xmlns:r="http://schemas.openxmlformats.org/officeDocument/2006/relationships" id="331" r:id="R4a6788f8677844cb"/>
    <p:sldId xmlns:r="http://schemas.openxmlformats.org/officeDocument/2006/relationships" id="332" r:id="R20d3c0c5dd88468f"/>
    <p:sldId xmlns:r="http://schemas.openxmlformats.org/officeDocument/2006/relationships" id="333" r:id="R871dd2903f2841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8b6703ad804bec" /><Relationship Type="http://schemas.openxmlformats.org/officeDocument/2006/relationships/slideMaster" Target="/ppt/slideMasters/slideMaster1.xml" Id="Rec507eef6e344914" /><Relationship Type="http://schemas.openxmlformats.org/officeDocument/2006/relationships/notesMaster" Target="/ppt/notesMasters/notesMaster1.xml" Id="Rdc93c306d5f44866" /><Relationship Type="http://schemas.openxmlformats.org/officeDocument/2006/relationships/presProps" Target="/ppt/presProps.xml" Id="R3b5a9b318e8046cb" /><Relationship Type="http://schemas.openxmlformats.org/officeDocument/2006/relationships/viewProps" Target="/ppt/viewProps.xml" Id="R638eac1c14f444ff" /><Relationship Type="http://schemas.openxmlformats.org/officeDocument/2006/relationships/tableStyles" Target="/ppt/tableStyles.xml" Id="Rd10ffb2feaec49dc" /><Relationship Type="http://schemas.openxmlformats.org/officeDocument/2006/relationships/slide" Target="/ppt/slides/slide1.xml" Id="R57da125729bd487c" /><Relationship Type="http://schemas.openxmlformats.org/officeDocument/2006/relationships/slide" Target="/ppt/slides/slide2.xml" Id="R13dabc2f1aec4790" /><Relationship Type="http://schemas.openxmlformats.org/officeDocument/2006/relationships/slide" Target="/ppt/slides/slide3.xml" Id="R29e464f3a1724894" /><Relationship Type="http://schemas.openxmlformats.org/officeDocument/2006/relationships/slide" Target="/ppt/slides/slide4.xml" Id="Raf0384c3881c456c" /><Relationship Type="http://schemas.openxmlformats.org/officeDocument/2006/relationships/slide" Target="/ppt/slides/slide5.xml" Id="Rfa53e38674d34331" /><Relationship Type="http://schemas.openxmlformats.org/officeDocument/2006/relationships/slide" Target="/ppt/slides/slide6.xml" Id="R9ca342b838544483" /><Relationship Type="http://schemas.openxmlformats.org/officeDocument/2006/relationships/slide" Target="/ppt/slides/slide7.xml" Id="Rc9128a2055094870" /><Relationship Type="http://schemas.openxmlformats.org/officeDocument/2006/relationships/slide" Target="/ppt/slides/slide8.xml" Id="Rfaff221e58f64c33" /><Relationship Type="http://schemas.openxmlformats.org/officeDocument/2006/relationships/slide" Target="/ppt/slides/slide9.xml" Id="Re5e3d5497e7445dd" /><Relationship Type="http://schemas.openxmlformats.org/officeDocument/2006/relationships/slide" Target="/ppt/slides/slide10.xml" Id="Rc2a10897fe23418e" /><Relationship Type="http://schemas.openxmlformats.org/officeDocument/2006/relationships/slide" Target="/ppt/slides/slide11.xml" Id="Rbd22d9e683e84fad" /><Relationship Type="http://schemas.openxmlformats.org/officeDocument/2006/relationships/slide" Target="/ppt/slides/slide12.xml" Id="R3ecb103fb4bc49cf" /><Relationship Type="http://schemas.openxmlformats.org/officeDocument/2006/relationships/slide" Target="/ppt/slides/slide13.xml" Id="R92f9fe9426174f88" /><Relationship Type="http://schemas.openxmlformats.org/officeDocument/2006/relationships/slide" Target="/ppt/slides/slide14.xml" Id="R6c853a028c50463f" /><Relationship Type="http://schemas.openxmlformats.org/officeDocument/2006/relationships/slide" Target="/ppt/slides/slide15.xml" Id="Rb0ed8a00d40d4a29" /><Relationship Type="http://schemas.openxmlformats.org/officeDocument/2006/relationships/slide" Target="/ppt/slides/slide16.xml" Id="R6b7e8129787b43a0" /><Relationship Type="http://schemas.openxmlformats.org/officeDocument/2006/relationships/slide" Target="/ppt/slides/slide17.xml" Id="R71537dd4041b487c" /><Relationship Type="http://schemas.openxmlformats.org/officeDocument/2006/relationships/slide" Target="/ppt/slides/slide18.xml" Id="Ra25660b310c944be" /><Relationship Type="http://schemas.openxmlformats.org/officeDocument/2006/relationships/slide" Target="/ppt/slides/slide19.xml" Id="R42518e92fe6e420d" /><Relationship Type="http://schemas.openxmlformats.org/officeDocument/2006/relationships/slide" Target="/ppt/slides/slide20.xml" Id="Re5ead23e208d4c3c" /><Relationship Type="http://schemas.openxmlformats.org/officeDocument/2006/relationships/slide" Target="/ppt/slides/slide21.xml" Id="R2941cda01c5b44e6" /><Relationship Type="http://schemas.openxmlformats.org/officeDocument/2006/relationships/slide" Target="/ppt/slides/slide22.xml" Id="R9a90b44df5b04f5a" /><Relationship Type="http://schemas.openxmlformats.org/officeDocument/2006/relationships/slide" Target="/ppt/slides/slide23.xml" Id="Rdb8e7f4a44eb429b" /><Relationship Type="http://schemas.openxmlformats.org/officeDocument/2006/relationships/slide" Target="/ppt/slides/slide24.xml" Id="R0feaf659b615452b" /><Relationship Type="http://schemas.openxmlformats.org/officeDocument/2006/relationships/slide" Target="/ppt/slides/slide25.xml" Id="R6af149a2118043e7" /><Relationship Type="http://schemas.openxmlformats.org/officeDocument/2006/relationships/slide" Target="/ppt/slides/slide26.xml" Id="Rac6cc6e68b51469a" /><Relationship Type="http://schemas.openxmlformats.org/officeDocument/2006/relationships/slide" Target="/ppt/slides/slide27.xml" Id="R4e362440e6da49c5" /><Relationship Type="http://schemas.openxmlformats.org/officeDocument/2006/relationships/slide" Target="/ppt/slides/slide28.xml" Id="Rb221f4e8c6274ae5" /><Relationship Type="http://schemas.openxmlformats.org/officeDocument/2006/relationships/slide" Target="/ppt/slides/slide29.xml" Id="R989899a70a7d49fc" /><Relationship Type="http://schemas.openxmlformats.org/officeDocument/2006/relationships/slide" Target="/ppt/slides/slide30.xml" Id="R097c587545e64d94" /><Relationship Type="http://schemas.openxmlformats.org/officeDocument/2006/relationships/slide" Target="/ppt/slides/slide31.xml" Id="R4b7f4ac0056b4c0e" /><Relationship Type="http://schemas.openxmlformats.org/officeDocument/2006/relationships/slide" Target="/ppt/slides/slide32.xml" Id="R4c85d032bef6490d" /><Relationship Type="http://schemas.openxmlformats.org/officeDocument/2006/relationships/slide" Target="/ppt/slides/slide33.xml" Id="R06561d807d20466f" /><Relationship Type="http://schemas.openxmlformats.org/officeDocument/2006/relationships/slide" Target="/ppt/slides/slide34.xml" Id="R78a5e458986648a0" /><Relationship Type="http://schemas.openxmlformats.org/officeDocument/2006/relationships/slide" Target="/ppt/slides/slide35.xml" Id="Re08ecc5ec77a443f" /><Relationship Type="http://schemas.openxmlformats.org/officeDocument/2006/relationships/slide" Target="/ppt/slides/slide36.xml" Id="Rd3db1a3fbd794c57" /><Relationship Type="http://schemas.openxmlformats.org/officeDocument/2006/relationships/slide" Target="/ppt/slides/slide37.xml" Id="Re886b13d01834f12" /><Relationship Type="http://schemas.openxmlformats.org/officeDocument/2006/relationships/slide" Target="/ppt/slides/slide38.xml" Id="R3a565892e35d4209" /><Relationship Type="http://schemas.openxmlformats.org/officeDocument/2006/relationships/slide" Target="/ppt/slides/slide39.xml" Id="R81aa9fe6fcc2443b" /><Relationship Type="http://schemas.openxmlformats.org/officeDocument/2006/relationships/slide" Target="/ppt/slides/slide40.xml" Id="R16caba9a3ab54c15" /><Relationship Type="http://schemas.openxmlformats.org/officeDocument/2006/relationships/slide" Target="/ppt/slides/slide41.xml" Id="R7f95b639466a4b7f" /><Relationship Type="http://schemas.openxmlformats.org/officeDocument/2006/relationships/slide" Target="/ppt/slides/slide42.xml" Id="Racc6b93a7ce04ff7" /><Relationship Type="http://schemas.openxmlformats.org/officeDocument/2006/relationships/slide" Target="/ppt/slides/slide43.xml" Id="Ra8018f19f7ba4662" /><Relationship Type="http://schemas.openxmlformats.org/officeDocument/2006/relationships/slide" Target="/ppt/slides/slide44.xml" Id="R14bb6272b9c74e3f" /><Relationship Type="http://schemas.openxmlformats.org/officeDocument/2006/relationships/slide" Target="/ppt/slides/slide45.xml" Id="Rde2e6be8190447a3" /><Relationship Type="http://schemas.openxmlformats.org/officeDocument/2006/relationships/slide" Target="/ppt/slides/slide46.xml" Id="R767a5f729874455f" /><Relationship Type="http://schemas.openxmlformats.org/officeDocument/2006/relationships/slide" Target="/ppt/slides/slide47.xml" Id="R8e894c92f6bf4e68" /><Relationship Type="http://schemas.openxmlformats.org/officeDocument/2006/relationships/slide" Target="/ppt/slides/slide48.xml" Id="R392e3d0e6ede4cde" /><Relationship Type="http://schemas.openxmlformats.org/officeDocument/2006/relationships/slide" Target="/ppt/slides/slide49.xml" Id="R9b5e310e10ee4926" /><Relationship Type="http://schemas.openxmlformats.org/officeDocument/2006/relationships/slide" Target="/ppt/slides/slide50.xml" Id="R1de4892d32214a9c" /><Relationship Type="http://schemas.openxmlformats.org/officeDocument/2006/relationships/slide" Target="/ppt/slides/slide51.xml" Id="R9dbfad5b354e4e55" /><Relationship Type="http://schemas.openxmlformats.org/officeDocument/2006/relationships/slide" Target="/ppt/slides/slide52.xml" Id="R39109d7289ca459c" /><Relationship Type="http://schemas.openxmlformats.org/officeDocument/2006/relationships/slide" Target="/ppt/slides/slide53.xml" Id="Rbf57e4fb490c4e19" /><Relationship Type="http://schemas.openxmlformats.org/officeDocument/2006/relationships/slide" Target="/ppt/slides/slide54.xml" Id="R752d52331d9647e8" /><Relationship Type="http://schemas.openxmlformats.org/officeDocument/2006/relationships/slide" Target="/ppt/slides/slide55.xml" Id="R1480239e1a3e4846" /><Relationship Type="http://schemas.openxmlformats.org/officeDocument/2006/relationships/slide" Target="/ppt/slides/slide56.xml" Id="R5f38d2a35f414aac" /><Relationship Type="http://schemas.openxmlformats.org/officeDocument/2006/relationships/slide" Target="/ppt/slides/slide57.xml" Id="R8ab0e132b34040cf" /><Relationship Type="http://schemas.openxmlformats.org/officeDocument/2006/relationships/slide" Target="/ppt/slides/slide58.xml" Id="R24d85c78a5a0494e" /><Relationship Type="http://schemas.openxmlformats.org/officeDocument/2006/relationships/slide" Target="/ppt/slides/slide59.xml" Id="R5bd390a3a4f84b69" /><Relationship Type="http://schemas.openxmlformats.org/officeDocument/2006/relationships/slide" Target="/ppt/slides/slide60.xml" Id="R76818deceecc402c" /><Relationship Type="http://schemas.openxmlformats.org/officeDocument/2006/relationships/slide" Target="/ppt/slides/slide61.xml" Id="Rb30f6065052e4c50" /><Relationship Type="http://schemas.openxmlformats.org/officeDocument/2006/relationships/slide" Target="/ppt/slides/slide62.xml" Id="R9333c118d9e8498f" /><Relationship Type="http://schemas.openxmlformats.org/officeDocument/2006/relationships/slide" Target="/ppt/slides/slide63.xml" Id="R91bc1454a79b4e2c" /><Relationship Type="http://schemas.openxmlformats.org/officeDocument/2006/relationships/slide" Target="/ppt/slides/slide64.xml" Id="R75cbf9c152374716" /><Relationship Type="http://schemas.openxmlformats.org/officeDocument/2006/relationships/slide" Target="/ppt/slides/slide65.xml" Id="Re2d6ad243a0d4687" /><Relationship Type="http://schemas.openxmlformats.org/officeDocument/2006/relationships/slide" Target="/ppt/slides/slide66.xml" Id="R88e036f70e6c4895" /><Relationship Type="http://schemas.openxmlformats.org/officeDocument/2006/relationships/slide" Target="/ppt/slides/slide67.xml" Id="R2fd50ade92644446" /><Relationship Type="http://schemas.openxmlformats.org/officeDocument/2006/relationships/slide" Target="/ppt/slides/slide68.xml" Id="Rbbec2af842b54296" /><Relationship Type="http://schemas.openxmlformats.org/officeDocument/2006/relationships/slide" Target="/ppt/slides/slide69.xml" Id="R2aff40e9c0cc4f26" /><Relationship Type="http://schemas.openxmlformats.org/officeDocument/2006/relationships/slide" Target="/ppt/slides/slide70.xml" Id="Rf3f4265c9f174f5e" /><Relationship Type="http://schemas.openxmlformats.org/officeDocument/2006/relationships/slide" Target="/ppt/slides/slide71.xml" Id="Re1798fdfde2d4caf" /><Relationship Type="http://schemas.openxmlformats.org/officeDocument/2006/relationships/slide" Target="/ppt/slides/slide72.xml" Id="Rf716774ec5634155" /><Relationship Type="http://schemas.openxmlformats.org/officeDocument/2006/relationships/slide" Target="/ppt/slides/slide73.xml" Id="R9bab6176b43b40c7" /><Relationship Type="http://schemas.openxmlformats.org/officeDocument/2006/relationships/slide" Target="/ppt/slides/slide74.xml" Id="Rd7eeb0e604874102" /><Relationship Type="http://schemas.openxmlformats.org/officeDocument/2006/relationships/slide" Target="/ppt/slides/slide75.xml" Id="Ra1c2200cf0654b80" /><Relationship Type="http://schemas.openxmlformats.org/officeDocument/2006/relationships/slide" Target="/ppt/slides/slide76.xml" Id="R4a6788f8677844cb" /><Relationship Type="http://schemas.openxmlformats.org/officeDocument/2006/relationships/slide" Target="/ppt/slides/slide77.xml" Id="R20d3c0c5dd88468f" /><Relationship Type="http://schemas.openxmlformats.org/officeDocument/2006/relationships/slide" Target="/ppt/slides/slide78.xml" Id="R871dd2903f2841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63eebb47cf4d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d3569ea6074f43" /><Relationship Type="http://schemas.openxmlformats.org/officeDocument/2006/relationships/notesMaster" Target="/ppt/notesMasters/notesMaster1.xml" Id="R1a930b8eec5847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46ccf91fed48ec" /><Relationship Type="http://schemas.openxmlformats.org/officeDocument/2006/relationships/notesMaster" Target="/ppt/notesMasters/notesMaster1.xml" Id="R7181bf7219004b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553c87aa634c73" /><Relationship Type="http://schemas.openxmlformats.org/officeDocument/2006/relationships/notesMaster" Target="/ppt/notesMasters/notesMaster1.xml" Id="R8642b4ad99c249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9d958e48a84730" /><Relationship Type="http://schemas.openxmlformats.org/officeDocument/2006/relationships/notesMaster" Target="/ppt/notesMasters/notesMaster1.xml" Id="R467852a3dbe444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69442d2949444e" /><Relationship Type="http://schemas.openxmlformats.org/officeDocument/2006/relationships/notesMaster" Target="/ppt/notesMasters/notesMaster1.xml" Id="Rfcb37c20155d47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63f69fe89f42a6" /><Relationship Type="http://schemas.openxmlformats.org/officeDocument/2006/relationships/notesMaster" Target="/ppt/notesMasters/notesMaster1.xml" Id="Ra4459d1de89045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caee803c3343b1" /><Relationship Type="http://schemas.openxmlformats.org/officeDocument/2006/relationships/notesMaster" Target="/ppt/notesMasters/notesMaster1.xml" Id="R6f4184f9304545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1aa882fa0342ed" /><Relationship Type="http://schemas.openxmlformats.org/officeDocument/2006/relationships/notesMaster" Target="/ppt/notesMasters/notesMaster1.xml" Id="R55c6f983171341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b3d80c276043f2" /><Relationship Type="http://schemas.openxmlformats.org/officeDocument/2006/relationships/notesMaster" Target="/ppt/notesMasters/notesMaster1.xml" Id="R06e08dfc25bd49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a472106a274055" /><Relationship Type="http://schemas.openxmlformats.org/officeDocument/2006/relationships/notesMaster" Target="/ppt/notesMasters/notesMaster1.xml" Id="Rb4a70eac643741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508d616c5a4aa4" /><Relationship Type="http://schemas.openxmlformats.org/officeDocument/2006/relationships/notesMaster" Target="/ppt/notesMasters/notesMaster1.xml" Id="R4ee361e777944f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ce2c33eaf445fc" /><Relationship Type="http://schemas.openxmlformats.org/officeDocument/2006/relationships/notesMaster" Target="/ppt/notesMasters/notesMaster1.xml" Id="R1038483994e14d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5acaf2f8934885" /><Relationship Type="http://schemas.openxmlformats.org/officeDocument/2006/relationships/notesMaster" Target="/ppt/notesMasters/notesMaster1.xml" Id="R1b8647e16d7d4c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7e7f806ad9490b" /><Relationship Type="http://schemas.openxmlformats.org/officeDocument/2006/relationships/notesMaster" Target="/ppt/notesMasters/notesMaster1.xml" Id="Rb42f91b3d0e04e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6de4f6997146b3" /><Relationship Type="http://schemas.openxmlformats.org/officeDocument/2006/relationships/notesMaster" Target="/ppt/notesMasters/notesMaster1.xml" Id="Rb1a975f74d454e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53f009ac4a436a" /><Relationship Type="http://schemas.openxmlformats.org/officeDocument/2006/relationships/notesMaster" Target="/ppt/notesMasters/notesMaster1.xml" Id="Rcd682d87cc8648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e4503e45474f1e" /><Relationship Type="http://schemas.openxmlformats.org/officeDocument/2006/relationships/notesMaster" Target="/ppt/notesMasters/notesMaster1.xml" Id="R6871b1e56d0f40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50ac61eea264b5e" /><Relationship Type="http://schemas.openxmlformats.org/officeDocument/2006/relationships/notesMaster" Target="/ppt/notesMasters/notesMaster1.xml" Id="R609e4b29539b408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ffae24c3d84f75" /><Relationship Type="http://schemas.openxmlformats.org/officeDocument/2006/relationships/notesMaster" Target="/ppt/notesMasters/notesMaster1.xml" Id="R64ba5b117abe4da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a059e654ef4d1a" /><Relationship Type="http://schemas.openxmlformats.org/officeDocument/2006/relationships/notesMaster" Target="/ppt/notesMasters/notesMaster1.xml" Id="Rcfb41b7db532440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2227b46e2644a7" /><Relationship Type="http://schemas.openxmlformats.org/officeDocument/2006/relationships/notesMaster" Target="/ppt/notesMasters/notesMaster1.xml" Id="R3e4cee2cc9be44b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4090a1484b3472a" /><Relationship Type="http://schemas.openxmlformats.org/officeDocument/2006/relationships/notesMaster" Target="/ppt/notesMasters/notesMaster1.xml" Id="Rc00082c1b1a04e4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80f21ada2894c18" /><Relationship Type="http://schemas.openxmlformats.org/officeDocument/2006/relationships/notesMaster" Target="/ppt/notesMasters/notesMaster1.xml" Id="R350467a9a6f0480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8535f3afd640b1" /><Relationship Type="http://schemas.openxmlformats.org/officeDocument/2006/relationships/notesMaster" Target="/ppt/notesMasters/notesMaster1.xml" Id="Rdb92c775abed44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1b9edcf75654d6b" /><Relationship Type="http://schemas.openxmlformats.org/officeDocument/2006/relationships/notesMaster" Target="/ppt/notesMasters/notesMaster1.xml" Id="R139a5e0a0a174e0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f27074c2d9d440b" /><Relationship Type="http://schemas.openxmlformats.org/officeDocument/2006/relationships/notesMaster" Target="/ppt/notesMasters/notesMaster1.xml" Id="R97d8edfb741744d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ab85b45ea4445be" /><Relationship Type="http://schemas.openxmlformats.org/officeDocument/2006/relationships/notesMaster" Target="/ppt/notesMasters/notesMaster1.xml" Id="Rad4de2f2d2fd413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77a78c6938a43a3" /><Relationship Type="http://schemas.openxmlformats.org/officeDocument/2006/relationships/notesMaster" Target="/ppt/notesMasters/notesMaster1.xml" Id="Rd08b5124af6149c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70cd00f51ae4de6" /><Relationship Type="http://schemas.openxmlformats.org/officeDocument/2006/relationships/notesMaster" Target="/ppt/notesMasters/notesMaster1.xml" Id="Rec85d1e12ec345f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c19edeb7e19462e" /><Relationship Type="http://schemas.openxmlformats.org/officeDocument/2006/relationships/notesMaster" Target="/ppt/notesMasters/notesMaster1.xml" Id="Re2d309dbdf4f4e0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1a97c0aaad54a5a" /><Relationship Type="http://schemas.openxmlformats.org/officeDocument/2006/relationships/notesMaster" Target="/ppt/notesMasters/notesMaster1.xml" Id="R4d328ed7ec2e47d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25d5021dd6e42a1" /><Relationship Type="http://schemas.openxmlformats.org/officeDocument/2006/relationships/notesMaster" Target="/ppt/notesMasters/notesMaster1.xml" Id="Ra6047fdeeda8416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dbb7cb385584ed6" /><Relationship Type="http://schemas.openxmlformats.org/officeDocument/2006/relationships/notesMaster" Target="/ppt/notesMasters/notesMaster1.xml" Id="R8757d441b2c94d0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2f399982a004505" /><Relationship Type="http://schemas.openxmlformats.org/officeDocument/2006/relationships/notesMaster" Target="/ppt/notesMasters/notesMaster1.xml" Id="R53c6b80662d5476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3b3cae9fcb04231" /><Relationship Type="http://schemas.openxmlformats.org/officeDocument/2006/relationships/notesMaster" Target="/ppt/notesMasters/notesMaster1.xml" Id="R01199d81afa1436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7a8c7b9c6aa4ec8" /><Relationship Type="http://schemas.openxmlformats.org/officeDocument/2006/relationships/notesMaster" Target="/ppt/notesMasters/notesMaster1.xml" Id="Rc6441728061a450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0014dc4c2d94985" /><Relationship Type="http://schemas.openxmlformats.org/officeDocument/2006/relationships/notesMaster" Target="/ppt/notesMasters/notesMaster1.xml" Id="Rd5c5e3ce268f44a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95032e79aa7496e" /><Relationship Type="http://schemas.openxmlformats.org/officeDocument/2006/relationships/notesMaster" Target="/ppt/notesMasters/notesMaster1.xml" Id="R1ae099974b88479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a14f93c3cc747d1" /><Relationship Type="http://schemas.openxmlformats.org/officeDocument/2006/relationships/notesMaster" Target="/ppt/notesMasters/notesMaster1.xml" Id="R73872ee686c2404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e3330e25feb44f5" /><Relationship Type="http://schemas.openxmlformats.org/officeDocument/2006/relationships/notesMaster" Target="/ppt/notesMasters/notesMaster1.xml" Id="Re9543f5919e4441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30a6df0b8624812" /><Relationship Type="http://schemas.openxmlformats.org/officeDocument/2006/relationships/notesMaster" Target="/ppt/notesMasters/notesMaster1.xml" Id="Rd7a5d2a095a6471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7c952c22fe94ce8" /><Relationship Type="http://schemas.openxmlformats.org/officeDocument/2006/relationships/notesMaster" Target="/ppt/notesMasters/notesMaster1.xml" Id="R89cfdbec6a4a45e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5e372227e5644f2" /><Relationship Type="http://schemas.openxmlformats.org/officeDocument/2006/relationships/notesMaster" Target="/ppt/notesMasters/notesMaster1.xml" Id="Rf7613c0f6ac243f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30cf309b43b455a" /><Relationship Type="http://schemas.openxmlformats.org/officeDocument/2006/relationships/notesMaster" Target="/ppt/notesMasters/notesMaster1.xml" Id="Rd9450411af6e46a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5ce62e9faaa4b85" /><Relationship Type="http://schemas.openxmlformats.org/officeDocument/2006/relationships/notesMaster" Target="/ppt/notesMasters/notesMaster1.xml" Id="Rd15516b7b704497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bdcbb2ded144067" /><Relationship Type="http://schemas.openxmlformats.org/officeDocument/2006/relationships/notesMaster" Target="/ppt/notesMasters/notesMaster1.xml" Id="Rbf67b8e966ba4ea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35e99bcca6548aa" /><Relationship Type="http://schemas.openxmlformats.org/officeDocument/2006/relationships/notesMaster" Target="/ppt/notesMasters/notesMaster1.xml" Id="R2c9f8578277b4cf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18cb68868b34af5" /><Relationship Type="http://schemas.openxmlformats.org/officeDocument/2006/relationships/notesMaster" Target="/ppt/notesMasters/notesMaster1.xml" Id="R4542baefdf0b454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8e10709f86c4ee6" /><Relationship Type="http://schemas.openxmlformats.org/officeDocument/2006/relationships/notesMaster" Target="/ppt/notesMasters/notesMaster1.xml" Id="Rc0b72cd49bae4e6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d24c82bd8904b78" /><Relationship Type="http://schemas.openxmlformats.org/officeDocument/2006/relationships/notesMaster" Target="/ppt/notesMasters/notesMaster1.xml" Id="R213186c2aa97450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3aa66fe85d3418b" /><Relationship Type="http://schemas.openxmlformats.org/officeDocument/2006/relationships/notesMaster" Target="/ppt/notesMasters/notesMaster1.xml" Id="Rb2a5a8d67763421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39fe8f6c36a46df" /><Relationship Type="http://schemas.openxmlformats.org/officeDocument/2006/relationships/notesMaster" Target="/ppt/notesMasters/notesMaster1.xml" Id="Re5107a17c6b04e5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90703daf00f489a" /><Relationship Type="http://schemas.openxmlformats.org/officeDocument/2006/relationships/notesMaster" Target="/ppt/notesMasters/notesMaster1.xml" Id="Rcc5d98688034437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482d35771cd4ad4" /><Relationship Type="http://schemas.openxmlformats.org/officeDocument/2006/relationships/notesMaster" Target="/ppt/notesMasters/notesMaster1.xml" Id="Rf6e70b6dd51d407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efaff3486574742" /><Relationship Type="http://schemas.openxmlformats.org/officeDocument/2006/relationships/notesMaster" Target="/ppt/notesMasters/notesMaster1.xml" Id="R4afd06d48b1a461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b7e93a18fa349b1" /><Relationship Type="http://schemas.openxmlformats.org/officeDocument/2006/relationships/notesMaster" Target="/ppt/notesMasters/notesMaster1.xml" Id="Rbf8b3859798a48b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5127dfa49314e2a" /><Relationship Type="http://schemas.openxmlformats.org/officeDocument/2006/relationships/notesMaster" Target="/ppt/notesMasters/notesMaster1.xml" Id="Rf0cc4c7854954573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85b11a1086b4d3d" /><Relationship Type="http://schemas.openxmlformats.org/officeDocument/2006/relationships/notesMaster" Target="/ppt/notesMasters/notesMaster1.xml" Id="Rfd7f5b3ed8574b6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21e759b36bd440e" /><Relationship Type="http://schemas.openxmlformats.org/officeDocument/2006/relationships/notesMaster" Target="/ppt/notesMasters/notesMaster1.xml" Id="R0148082c4e274bc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5385d412af645a1" /><Relationship Type="http://schemas.openxmlformats.org/officeDocument/2006/relationships/notesMaster" Target="/ppt/notesMasters/notesMaster1.xml" Id="R73d9c6440cb2432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2b0a45b46ed4194" /><Relationship Type="http://schemas.openxmlformats.org/officeDocument/2006/relationships/notesMaster" Target="/ppt/notesMasters/notesMaster1.xml" Id="R10779d002b37466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0250ce7b2b3e47ef" /><Relationship Type="http://schemas.openxmlformats.org/officeDocument/2006/relationships/notesMaster" Target="/ppt/notesMasters/notesMaster1.xml" Id="Re0365c3de4b043a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0ca89e2d1e6e48b9" /><Relationship Type="http://schemas.openxmlformats.org/officeDocument/2006/relationships/notesMaster" Target="/ppt/notesMasters/notesMaster1.xml" Id="R380c4ed8a535418b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de68e59552b74ef9" /><Relationship Type="http://schemas.openxmlformats.org/officeDocument/2006/relationships/notesMaster" Target="/ppt/notesMasters/notesMaster1.xml" Id="Re1a17d574b97482b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f4f23b3f566347b5" /><Relationship Type="http://schemas.openxmlformats.org/officeDocument/2006/relationships/notesMaster" Target="/ppt/notesMasters/notesMaster1.xml" Id="R1f13242251f44a6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d9fbc9c6b384be6" /><Relationship Type="http://schemas.openxmlformats.org/officeDocument/2006/relationships/notesMaster" Target="/ppt/notesMasters/notesMaster1.xml" Id="Rb170a08cd54f4d9f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0e27fbe947eb41d4" /><Relationship Type="http://schemas.openxmlformats.org/officeDocument/2006/relationships/notesMaster" Target="/ppt/notesMasters/notesMaster1.xml" Id="R088c6051f4d2497c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3a8f5ed3effd4dd1" /><Relationship Type="http://schemas.openxmlformats.org/officeDocument/2006/relationships/notesMaster" Target="/ppt/notesMasters/notesMaster1.xml" Id="Rbbbcb95d04314c9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c23b5c6db2184e8d" /><Relationship Type="http://schemas.openxmlformats.org/officeDocument/2006/relationships/notesMaster" Target="/ppt/notesMasters/notesMaster1.xml" Id="Rf8fe8e44e9bc4902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62c7741b04884bf2" /><Relationship Type="http://schemas.openxmlformats.org/officeDocument/2006/relationships/notesMaster" Target="/ppt/notesMasters/notesMaster1.xml" Id="R4c801f79997e407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2b61896a9a241b2" /><Relationship Type="http://schemas.openxmlformats.org/officeDocument/2006/relationships/notesMaster" Target="/ppt/notesMasters/notesMaster1.xml" Id="R120764efba03462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8bb4428ed1b24ee6" /><Relationship Type="http://schemas.openxmlformats.org/officeDocument/2006/relationships/notesMaster" Target="/ppt/notesMasters/notesMaster1.xml" Id="R8bbca027758c446f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37465364d5a64527" /><Relationship Type="http://schemas.openxmlformats.org/officeDocument/2006/relationships/notesMaster" Target="/ppt/notesMasters/notesMaster1.xml" Id="R0971f68f14ad4081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8d86a8d9dd404e91" /><Relationship Type="http://schemas.openxmlformats.org/officeDocument/2006/relationships/notesMaster" Target="/ppt/notesMasters/notesMaster1.xml" Id="R2b8cb7c6dbae43e5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b60f003018d74b66" /><Relationship Type="http://schemas.openxmlformats.org/officeDocument/2006/relationships/notesMaster" Target="/ppt/notesMasters/notesMaster1.xml" Id="R4455ade5f9064a3d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d415829849d2426e" /><Relationship Type="http://schemas.openxmlformats.org/officeDocument/2006/relationships/notesMaster" Target="/ppt/notesMasters/notesMaster1.xml" Id="R1bf10a40539c4183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508fd0fd0df842e9" /><Relationship Type="http://schemas.openxmlformats.org/officeDocument/2006/relationships/notesMaster" Target="/ppt/notesMasters/notesMaster1.xml" Id="Ref19c653124b415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8f355d91c286438f" /><Relationship Type="http://schemas.openxmlformats.org/officeDocument/2006/relationships/notesMaster" Target="/ppt/notesMasters/notesMaster1.xml" Id="Rf8a7deb62da34d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1 мин. Лекция следует согласованному файлу Лекция_3/План.md. За 90 минут рассматриваем задачу, выбор Docker, устройство и установку, сборку и управление контейнерами, Compose, итоги. Готовую модель не обучаем. Сквозной пример: API /predict и клиент.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План_лекций_и_семинаров.md, Лекция_4/План.md и структура лекции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документация GitVerse CI/CD и структура лекции 4.</a:t>
            </a:r>
          </a:p>
          <a:p xmlns:a="http://schemas.openxmlformats.org/drawingml/2006/main">
            <a:r>
              <a:t>GitVerse docs: https://gitverse.ru/docs/cicd/quick-start/</a:t>
            </a:r>
          </a:p>
          <a:p xmlns:a="http://schemas.openxmlformats.org/drawingml/2006/main">
            <a:r>
              <a:t>GitVerse docs: https://gitverse.ru/docs/cicd/docs/workflow</a:t>
            </a:r>
          </a:p>
          <a:p xmlns:a="http://schemas.openxmlformats.org/drawingml/2006/main">
            <a:r>
              <a:t>GitVerse docs: https://gitverse.ru/docs/cicd/faq/</a:t>
            </a:r>
          </a:p>
          <a:p xmlns:a="http://schemas.openxmlformats.org/drawingml/2006/main">
            <a:r>
              <a:t>GitVerse docs: https://gitverse.ru/docs/cicd/docs/runners/cloud-hosted/</a:t>
            </a:r>
          </a:p>
          <a:p xmlns:a="http://schemas.openxmlformats.org/drawingml/2006/main">
            <a:r>
              <a:t>GitVerse release notes: https://gitverse.ru/docs/release-notes/releases_2025/release_2025_11/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10f76353d4b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77c0ae6c441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d24a6408f146b7" /><Relationship Type="http://schemas.openxmlformats.org/officeDocument/2006/relationships/slideLayout" Target="/ppt/slideLayouts/slideLayout1.xml" Id="Rd8b6ea0947a44135" /><Relationship Type="http://schemas.openxmlformats.org/officeDocument/2006/relationships/slideLayout" Target="/ppt/slideLayouts/slideLayout2.xml" Id="Rd311880423b942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b6ea0947a44135"/>
    <p:sldLayoutId xmlns:r="http://schemas.openxmlformats.org/officeDocument/2006/relationships" id="2147483650" r:id="Rd311880423b942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872505c0ba45b4" /><Relationship Type="http://schemas.openxmlformats.org/officeDocument/2006/relationships/image" Target="/ppt/media/image.png" Id="R86fb4a6690fe4045" /><Relationship Type="http://schemas.openxmlformats.org/officeDocument/2006/relationships/image" Target="/ppt/media/image2.png" Id="R4e0269793691438d" /><Relationship Type="http://schemas.openxmlformats.org/officeDocument/2006/relationships/notesSlide" Target="/ppt/notesSlides/notesSlide1.xml" Id="R66c1919d6b954a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80e6bd44e4764" /><Relationship Type="http://schemas.openxmlformats.org/officeDocument/2006/relationships/notesSlide" Target="/ppt/notesSlides/notesSlide2.xml" Id="R20bc3774ce8246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2fdc78eea4a9c" /><Relationship Type="http://schemas.openxmlformats.org/officeDocument/2006/relationships/notesSlide" Target="/ppt/notesSlides/notesSlide3.xml" Id="R60eba2f9ae554d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afdd6434c44c8" /><Relationship Type="http://schemas.openxmlformats.org/officeDocument/2006/relationships/notesSlide" Target="/ppt/notesSlides/notesSlide4.xml" Id="R9acf966ad1ac4d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7b42e2e754dc6" /><Relationship Type="http://schemas.openxmlformats.org/officeDocument/2006/relationships/notesSlide" Target="/ppt/notesSlides/notesSlide5.xml" Id="R400fefe1662246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2c1508ff74bf1" /><Relationship Type="http://schemas.openxmlformats.org/officeDocument/2006/relationships/notesSlide" Target="/ppt/notesSlides/notesSlide6.xml" Id="R4d9c1947126640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7b28aa3dd44c1" /><Relationship Type="http://schemas.openxmlformats.org/officeDocument/2006/relationships/notesSlide" Target="/ppt/notesSlides/notesSlide7.xml" Id="R78235997d71b4f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5c521d1d54f60" /><Relationship Type="http://schemas.openxmlformats.org/officeDocument/2006/relationships/notesSlide" Target="/ppt/notesSlides/notesSlide8.xml" Id="Rf612b2a38bd446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9a01af833437a" /><Relationship Type="http://schemas.openxmlformats.org/officeDocument/2006/relationships/notesSlide" Target="/ppt/notesSlides/notesSlide9.xml" Id="Rf50d8dbdf3eb45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0246920854a06" /><Relationship Type="http://schemas.openxmlformats.org/officeDocument/2006/relationships/notesSlide" Target="/ppt/notesSlides/notesSlide10.xml" Id="R4678bb281a7541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954b56d5d4b03" /><Relationship Type="http://schemas.openxmlformats.org/officeDocument/2006/relationships/notesSlide" Target="/ppt/notesSlides/notesSlide11.xml" Id="R62e70466e3bb48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6c3e270b9499d" /><Relationship Type="http://schemas.openxmlformats.org/officeDocument/2006/relationships/notesSlide" Target="/ppt/notesSlides/notesSlide12.xml" Id="R6fa3a5a991284d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fd69e81c64566" /><Relationship Type="http://schemas.openxmlformats.org/officeDocument/2006/relationships/notesSlide" Target="/ppt/notesSlides/notesSlide13.xml" Id="R1f5895717db543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dd08f04fa48b4" /><Relationship Type="http://schemas.openxmlformats.org/officeDocument/2006/relationships/notesSlide" Target="/ppt/notesSlides/notesSlide14.xml" Id="R66f7cabb82a74b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1c562bc3f4516" /><Relationship Type="http://schemas.openxmlformats.org/officeDocument/2006/relationships/notesSlide" Target="/ppt/notesSlides/notesSlide15.xml" Id="R61f528a68b4445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630781d5f419b" /><Relationship Type="http://schemas.openxmlformats.org/officeDocument/2006/relationships/notesSlide" Target="/ppt/notesSlides/notesSlide16.xml" Id="R95302e31e3f448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2f8cff2684003" /><Relationship Type="http://schemas.openxmlformats.org/officeDocument/2006/relationships/notesSlide" Target="/ppt/notesSlides/notesSlide17.xml" Id="Rc548beda22be40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c21c0b82f49f5" /><Relationship Type="http://schemas.openxmlformats.org/officeDocument/2006/relationships/notesSlide" Target="/ppt/notesSlides/notesSlide18.xml" Id="R2e04e2e06974486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0855e8e81479e" /><Relationship Type="http://schemas.openxmlformats.org/officeDocument/2006/relationships/notesSlide" Target="/ppt/notesSlides/notesSlide19.xml" Id="R3679dd3cef124d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232386f54456b" /><Relationship Type="http://schemas.openxmlformats.org/officeDocument/2006/relationships/notesSlide" Target="/ppt/notesSlides/notesSlide20.xml" Id="R5222644517bf47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3939a3e5b46df" /><Relationship Type="http://schemas.openxmlformats.org/officeDocument/2006/relationships/notesSlide" Target="/ppt/notesSlides/notesSlide21.xml" Id="Re2fe7d4f61cc45b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6f8971746488c" /><Relationship Type="http://schemas.openxmlformats.org/officeDocument/2006/relationships/notesSlide" Target="/ppt/notesSlides/notesSlide22.xml" Id="R057598bdb46d49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c6db8cc2446c2" /><Relationship Type="http://schemas.openxmlformats.org/officeDocument/2006/relationships/notesSlide" Target="/ppt/notesSlides/notesSlide23.xml" Id="Ra2ad18cc43a34b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772fb645a454e" /><Relationship Type="http://schemas.openxmlformats.org/officeDocument/2006/relationships/notesSlide" Target="/ppt/notesSlides/notesSlide24.xml" Id="R07ed40c695984c8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1d7746922412b" /><Relationship Type="http://schemas.openxmlformats.org/officeDocument/2006/relationships/notesSlide" Target="/ppt/notesSlides/notesSlide25.xml" Id="Rb7bf4af8b91f4b1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a87d030a4cf6" /><Relationship Type="http://schemas.openxmlformats.org/officeDocument/2006/relationships/notesSlide" Target="/ppt/notesSlides/notesSlide26.xml" Id="R433f5b9b00e94b6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e0b8edd8748b6" /><Relationship Type="http://schemas.openxmlformats.org/officeDocument/2006/relationships/notesSlide" Target="/ppt/notesSlides/notesSlide27.xml" Id="Rff5937e8686a4e1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79b9d8b8a40a3" /><Relationship Type="http://schemas.openxmlformats.org/officeDocument/2006/relationships/notesSlide" Target="/ppt/notesSlides/notesSlide28.xml" Id="R140bc0aec137487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e755b947d4b30" /><Relationship Type="http://schemas.openxmlformats.org/officeDocument/2006/relationships/notesSlide" Target="/ppt/notesSlides/notesSlide29.xml" Id="Rdba3c4a212f54ff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8b9ed117349fe" /><Relationship Type="http://schemas.openxmlformats.org/officeDocument/2006/relationships/notesSlide" Target="/ppt/notesSlides/notesSlide30.xml" Id="R35461c49626a41e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be6aea8974322" /><Relationship Type="http://schemas.openxmlformats.org/officeDocument/2006/relationships/notesSlide" Target="/ppt/notesSlides/notesSlide31.xml" Id="Ra266bae72d3e496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ce78c85814c59" /><Relationship Type="http://schemas.openxmlformats.org/officeDocument/2006/relationships/notesSlide" Target="/ppt/notesSlides/notesSlide32.xml" Id="Rd909febaafae4d2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4526f536c4f44" /><Relationship Type="http://schemas.openxmlformats.org/officeDocument/2006/relationships/notesSlide" Target="/ppt/notesSlides/notesSlide33.xml" Id="R89aaad1d9ffe40c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d5dad81fa43d5" /><Relationship Type="http://schemas.openxmlformats.org/officeDocument/2006/relationships/notesSlide" Target="/ppt/notesSlides/notesSlide34.xml" Id="R662b1e8c8cb44d4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52c05bf4c4846" /><Relationship Type="http://schemas.openxmlformats.org/officeDocument/2006/relationships/notesSlide" Target="/ppt/notesSlides/notesSlide35.xml" Id="R20f92b735062402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0e3bb87b34acd" /><Relationship Type="http://schemas.openxmlformats.org/officeDocument/2006/relationships/notesSlide" Target="/ppt/notesSlides/notesSlide36.xml" Id="R12d8388cebac46e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d2ebabf6242e0" /><Relationship Type="http://schemas.openxmlformats.org/officeDocument/2006/relationships/notesSlide" Target="/ppt/notesSlides/notesSlide37.xml" Id="R29246017841f4c3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7a44939074ff0" /><Relationship Type="http://schemas.openxmlformats.org/officeDocument/2006/relationships/notesSlide" Target="/ppt/notesSlides/notesSlide38.xml" Id="Rc2446fc9ac57419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6205eb7b04643" /><Relationship Type="http://schemas.openxmlformats.org/officeDocument/2006/relationships/notesSlide" Target="/ppt/notesSlides/notesSlide39.xml" Id="Refa02a778d83415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76b101e714827" /><Relationship Type="http://schemas.openxmlformats.org/officeDocument/2006/relationships/notesSlide" Target="/ppt/notesSlides/notesSlide40.xml" Id="R009cd620965842f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07eaeb6bb4a50" /><Relationship Type="http://schemas.openxmlformats.org/officeDocument/2006/relationships/notesSlide" Target="/ppt/notesSlides/notesSlide41.xml" Id="R4c8030df97f544b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079ff90fb434b" /><Relationship Type="http://schemas.openxmlformats.org/officeDocument/2006/relationships/notesSlide" Target="/ppt/notesSlides/notesSlide42.xml" Id="Rdefe2df179174dd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68e5539f0488e" /><Relationship Type="http://schemas.openxmlformats.org/officeDocument/2006/relationships/notesSlide" Target="/ppt/notesSlides/notesSlide43.xml" Id="R08487d27a050410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13c1c2cd94065" /><Relationship Type="http://schemas.openxmlformats.org/officeDocument/2006/relationships/notesSlide" Target="/ppt/notesSlides/notesSlide44.xml" Id="R561a07f99eb74f7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0326062d34298" /><Relationship Type="http://schemas.openxmlformats.org/officeDocument/2006/relationships/notesSlide" Target="/ppt/notesSlides/notesSlide45.xml" Id="Re8cceb49f60847d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8b608f28b4fa2" /><Relationship Type="http://schemas.openxmlformats.org/officeDocument/2006/relationships/notesSlide" Target="/ppt/notesSlides/notesSlide46.xml" Id="Rd9c2cdd850a9430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5b86cf0334d99" /><Relationship Type="http://schemas.openxmlformats.org/officeDocument/2006/relationships/notesSlide" Target="/ppt/notesSlides/notesSlide47.xml" Id="Rc18d228b68d54c2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07688e70347a0" /><Relationship Type="http://schemas.openxmlformats.org/officeDocument/2006/relationships/notesSlide" Target="/ppt/notesSlides/notesSlide48.xml" Id="R9b9573a2e8c14f4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374f6a4334d2f" /><Relationship Type="http://schemas.openxmlformats.org/officeDocument/2006/relationships/notesSlide" Target="/ppt/notesSlides/notesSlide49.xml" Id="Rd989ec9aa09a43c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efe5707254f8d" /><Relationship Type="http://schemas.openxmlformats.org/officeDocument/2006/relationships/notesSlide" Target="/ppt/notesSlides/notesSlide50.xml" Id="R8a40a9d483db489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bbd4a8a914aea" /><Relationship Type="http://schemas.openxmlformats.org/officeDocument/2006/relationships/notesSlide" Target="/ppt/notesSlides/notesSlide51.xml" Id="Raecb82885f14405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a2c04a4b14d02" /><Relationship Type="http://schemas.openxmlformats.org/officeDocument/2006/relationships/notesSlide" Target="/ppt/notesSlides/notesSlide52.xml" Id="Rdfd17718a4254fa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4adffc8184931" /><Relationship Type="http://schemas.openxmlformats.org/officeDocument/2006/relationships/notesSlide" Target="/ppt/notesSlides/notesSlide53.xml" Id="Rb2d2455d05004c1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ecbde6c8a4961" /><Relationship Type="http://schemas.openxmlformats.org/officeDocument/2006/relationships/notesSlide" Target="/ppt/notesSlides/notesSlide54.xml" Id="Rc0a8289f265d4e3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0acbd700a4519" /><Relationship Type="http://schemas.openxmlformats.org/officeDocument/2006/relationships/notesSlide" Target="/ppt/notesSlides/notesSlide55.xml" Id="Reaa77726e48e465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1c66f2d3e4c29" /><Relationship Type="http://schemas.openxmlformats.org/officeDocument/2006/relationships/notesSlide" Target="/ppt/notesSlides/notesSlide56.xml" Id="Rc80c4e07fd4e4e1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4b3bae9304a8f" /><Relationship Type="http://schemas.openxmlformats.org/officeDocument/2006/relationships/notesSlide" Target="/ppt/notesSlides/notesSlide57.xml" Id="R7bf8d52242b547e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a6a910db1437a" /><Relationship Type="http://schemas.openxmlformats.org/officeDocument/2006/relationships/notesSlide" Target="/ppt/notesSlides/notesSlide58.xml" Id="Ref55524456b54c7f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585da1b3e4b7c" /><Relationship Type="http://schemas.openxmlformats.org/officeDocument/2006/relationships/notesSlide" Target="/ppt/notesSlides/notesSlide59.xml" Id="Re5cbeb9b86d146a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d11197f5c440a" /><Relationship Type="http://schemas.openxmlformats.org/officeDocument/2006/relationships/notesSlide" Target="/ppt/notesSlides/notesSlide60.xml" Id="R9e57bd866e024ee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a1c0272024801" /><Relationship Type="http://schemas.openxmlformats.org/officeDocument/2006/relationships/notesSlide" Target="/ppt/notesSlides/notesSlide61.xml" Id="Rcab297a34b794b4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af85b4d88479e" /><Relationship Type="http://schemas.openxmlformats.org/officeDocument/2006/relationships/notesSlide" Target="/ppt/notesSlides/notesSlide62.xml" Id="Rdf602e75d4ad45e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265fffc264c08" /><Relationship Type="http://schemas.openxmlformats.org/officeDocument/2006/relationships/notesSlide" Target="/ppt/notesSlides/notesSlide63.xml" Id="Ra09bfebee7444e15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e3369a9fa4840" /><Relationship Type="http://schemas.openxmlformats.org/officeDocument/2006/relationships/notesSlide" Target="/ppt/notesSlides/notesSlide64.xml" Id="R2236b331e2b74a6d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ce062fc724d5e" /><Relationship Type="http://schemas.openxmlformats.org/officeDocument/2006/relationships/notesSlide" Target="/ppt/notesSlides/notesSlide65.xml" Id="R905e0d8d163044f3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28392ad754d2d" /><Relationship Type="http://schemas.openxmlformats.org/officeDocument/2006/relationships/notesSlide" Target="/ppt/notesSlides/notesSlide66.xml" Id="R9f668e7ee7d5444e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726801cc54424" /><Relationship Type="http://schemas.openxmlformats.org/officeDocument/2006/relationships/notesSlide" Target="/ppt/notesSlides/notesSlide67.xml" Id="R834a70ae18d54932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dd6ac39ac486b" /><Relationship Type="http://schemas.openxmlformats.org/officeDocument/2006/relationships/notesSlide" Target="/ppt/notesSlides/notesSlide68.xml" Id="R5a8f0488e8e54b3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af8700ed742c2" /><Relationship Type="http://schemas.openxmlformats.org/officeDocument/2006/relationships/notesSlide" Target="/ppt/notesSlides/notesSlide69.xml" Id="R024e807891aa4dc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7adba7a3d4976" /><Relationship Type="http://schemas.openxmlformats.org/officeDocument/2006/relationships/notesSlide" Target="/ppt/notesSlides/notesSlide70.xml" Id="Ra54db7d9fcfc4c48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5304332454bd3" /><Relationship Type="http://schemas.openxmlformats.org/officeDocument/2006/relationships/notesSlide" Target="/ppt/notesSlides/notesSlide71.xml" Id="Rede1848be8b34eba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9d0818d3b435b" /><Relationship Type="http://schemas.openxmlformats.org/officeDocument/2006/relationships/notesSlide" Target="/ppt/notesSlides/notesSlide72.xml" Id="Raea3bd83a8314eb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8ad49fcc24c33" /><Relationship Type="http://schemas.openxmlformats.org/officeDocument/2006/relationships/notesSlide" Target="/ppt/notesSlides/notesSlide73.xml" Id="R8cf34aec484d44af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cc4d75ce94e75" /><Relationship Type="http://schemas.openxmlformats.org/officeDocument/2006/relationships/notesSlide" Target="/ppt/notesSlides/notesSlide74.xml" Id="R5a6de15d7da0425d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83a8a28624755" /><Relationship Type="http://schemas.openxmlformats.org/officeDocument/2006/relationships/notesSlide" Target="/ppt/notesSlides/notesSlide75.xml" Id="R32462b1cf1404815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7279ba75345db" /><Relationship Type="http://schemas.openxmlformats.org/officeDocument/2006/relationships/notesSlide" Target="/ppt/notesSlides/notesSlide76.xml" Id="R9c8f3cf961494052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22cdc12924588" /><Relationship Type="http://schemas.openxmlformats.org/officeDocument/2006/relationships/notesSlide" Target="/ppt/notesSlides/notesSlide77.xml" Id="Rd6fb4b2dcc89454e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e6d0edcf04ef8" /><Relationship Type="http://schemas.openxmlformats.org/officeDocument/2006/relationships/notesSlide" Target="/ppt/notesSlides/notesSlide78.xml" Id="R407856d793384d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9820CB0-0293-4FAD-AC1D-4F974293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-1"/>
            <a:ext cx="11958990" cy="67952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569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0"/>
          </a:p>
        </p:txBody>
      </p:sp>
      <p:pic>
        <p:nvPicPr>
          <p:cNvPr id="15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b4a6690fe40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7691" y="1871970"/>
            <a:ext cx="4551435" cy="4773178"/>
          </a:xfrm>
          <a:prstGeom xmlns:a="http://schemas.openxmlformats.org/drawingml/2006/main" prst="rect">
            <a:avLst/>
          </a:prstGeom>
        </p:spPr>
      </p:pic>
      <p:pic>
        <p:nvPicPr>
          <p:cNvPr id="16" name="Рисунок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0269793691438d"/>
          <a:srcRect xmlns:a="http://schemas.openxmlformats.org/drawingml/2006/main" l="0" t="80000" r="0" b="0"/>
          <a:stretch xmlns:a="http://schemas.openxmlformats.org/drawingml/2006/main"/>
        </p:blipFill>
        <p:spPr>
          <a:xfrm xmlns:a="http://schemas.openxmlformats.org/drawingml/2006/main">
            <a:off x="3650675" y="282341"/>
            <a:ext cx="3186282" cy="1107187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513BC34-7DDE-4E83-B5C8-D77AE155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917" y="1936375"/>
            <a:ext cx="7342094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chemeClr val="bg1"/>
                </a:solidFill>
                <a:latin typeface="Book Antiqua"/>
                <a:ea typeface="Book Antiqua"/>
                <a:cs typeface="Book Antiqua"/>
              </a:rPr>
              <a:t>Разработка</a:t>
            </a:r>
            <a:r>
              <a:rPr sz="4000" b="1">
                <a:solidFill>
                  <a:schemeClr val="bg1"/>
                </a:solidFill>
                <a:latin typeface="Book Antiqua"/>
                <a:ea typeface="Book Antiqua"/>
                <a:cs typeface="Book Antiqua"/>
              </a:rPr>
              <a:t> и </a:t>
            </a:r>
            <a:r>
              <a:rPr sz="4000" b="1">
                <a:solidFill>
                  <a:schemeClr val="bg1"/>
                </a:solidFill>
                <a:latin typeface="Book Antiqua"/>
                <a:ea typeface="Book Antiqua"/>
                <a:cs typeface="Book Antiqua"/>
              </a:rPr>
              <a:t>интеграция</a:t>
            </a:r>
            <a:endParaRPr sz="4000" b="1">
              <a:solidFill>
                <a:schemeClr val="bg1"/>
              </a:solidFill>
              <a:latin typeface="Book Antiqua"/>
              <a:ea typeface="Book Antiqua"/>
              <a:cs typeface="Book Antiqua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8636AA5-0C27-444F-9C57-F8963F70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9" y="3585882"/>
            <a:ext cx="6149789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FFFFF"/>
                </a:solidFill>
              </a:rPr>
              <a:t>Лекция 4</a:t>
            </a:r>
          </a:p>
          <a:p xmlns:a="http://schemas.openxmlformats.org/drawingml/2006/main">
            <a:r>
              <a:rPr sz="3600" b="1">
                <a:solidFill>
                  <a:srgbClr val="FFFFFF"/>
                </a:solidFill>
              </a:rPr>
              <a:t>Непрерывная интеграция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8253C-71C1-440E-950E-CD26C6DD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доставка 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540937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57F94-8A28-46BD-8713-9B429260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CD002-8458-4E8E-92AC-92FC5E98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66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EB974-85FF-4E22-B914-950436C1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Автоматизация разработки программного продукта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B0DA8-25FD-4078-BBB0-1882DE86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От идеи изменения к проверяемой версии: код, проверки, сборка, доставка в тестовую среду и обратная связь.</a:t>
            </a:r>
          </a:p>
        </p:txBody>
      </p:sp>
    </p:spTree>
    <p:extLst>
      <p:ext uri="{BB962C8B-B14F-4D97-AF65-F5344CB8AC3E}">
        <p14:creationId xmlns:p14="http://schemas.microsoft.com/office/powerpoint/2010/main" val="275245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50F585-F9AB-4CCD-8B52-FEAA1839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Схема разработки программного компонента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85805-5F22-4FB2-9AC3-077E6316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Каждый шаг создаёт вход для следующего. Автоматизация делает переходы наблюдаемыми и повторяемыми.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8FC6F-AA45-49D8-AF71-16DFB435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92AAD-DC02-47A9-940E-07AC33B7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Задача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FB42C-F9D5-484C-876D-7811B78B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требование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D59FE-6AEE-4B8F-91E7-7CF23422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62275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A614B-B7D6-44A0-A8A9-65431BF9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432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56D57-77FA-4291-9D63-6589F807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717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B3DBE-BECA-4321-A02F-B068D915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159B1-57EA-4D8B-A627-895A1B72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41F49-5FD4-4290-8679-D6F7EA84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62275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9C9B3-4722-4DB1-B758-98F7EB14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432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72553-45F0-404D-A85E-805BADF9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F8C0A-997D-41BD-AD2B-CFA6B3ED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1ED07-AC10-459E-B7B7-5BF9E851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тесты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A6ACE-E75F-4E4E-BFEE-D5C8B102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62275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A3B8C-1118-473F-B419-9FFE47ED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860C2-296D-49D3-8DB7-63994DD0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C3705-F5D2-47F6-A247-F273A84C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Сборка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A4122-146A-4BC9-AD52-EE27E2FE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образ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AE012-B7B1-46AB-B706-EA8E5B60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62275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FD4AD-F608-43B8-BF65-BFF33C6C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C3483-BD30-405D-80C5-2E2311B6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55348-F583-4218-99A3-6C23ABF8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Доставка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ED2B10-D166-4DD6-995E-5156243E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718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тестовая среда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D18E8B-3CFA-4CD7-B7A0-9DC53B1F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62275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1EF811-9D9D-4289-81C5-D070FDCF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432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F72D92-0338-492B-B5F9-52997D82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717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C5F9B2-5438-4154-B109-8CC45C8C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097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Обратная связь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9A4874-208D-4665-A0D2-30ABB0BD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718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статус и журнал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483CCC-B197-416E-95D9-1AAE715C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Главная идея: версия должна пройти один и тот же маршрут независимо от того, кто внёс изменение.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6B2AC7-2BC7-4B81-A233-A569AFC0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F14947-BDD0-4270-B830-E6EC997D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D90C9A-D569-47E0-8740-B378FA2F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530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187605-5886-418B-9451-67535087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Где нужна автоматизация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33DCF-EB49-403C-9FAF-07F28EE5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Автоматизируем те переходы, где нужны повторяемость, скорость проверки и доказательство результата.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02A1E-3AFF-462B-BCD3-73AF2A95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78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CE860-9E4E-43B5-A157-E4E7814E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После commit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52DA7-6433-4859-9D21-9741E58A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526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запуск быстрых проверок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ABFA5-C5FC-4D67-B161-01E2EE15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278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D68FA-AA97-4557-92D1-562DF019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574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Перед merge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651F0-4F81-468D-A480-E433BCB9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526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тесты и review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CC78E-0524-4603-A782-23BA15B1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52625"/>
            <a:ext cx="278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78200-E19B-4D0B-A769-5DC31D70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Перед сборкой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49E0E-42F1-4CA6-B877-7329A54C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526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проверка зависимостей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5B3E0-1D3C-4BF2-8216-7E59233B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78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3DBA5-4B12-4DA9-9335-8149588C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После сборки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9BED8-8F45-4B91-ACDF-DCFD6DC2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тег и сохранение образа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D9208-5527-40B4-9E3E-C3049F50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278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56B30-8F59-420A-8E74-A567B73B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Перед доставкой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CDA75-ED47-40B0-AC11-54384764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условие качества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2F93E-2528-4B85-B6B5-7AE6B722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278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30375-931D-4FAA-AD57-9B9B425E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337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После запуска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6795A-D9C2-4630-9143-9E2DA912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smoke test и журнал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09EF1-6399-48BF-B82F-9339B71E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Такой маршрут снижает ручные различия между разработчиками и делает ошибку локализуемой.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1905FC-F5A6-4044-BF64-6AD3D779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D71C8-7D2D-4E0B-B495-EF7277C4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6DF984-9D25-43E5-ADB5-56D01786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37978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FF770-1824-4782-9BAA-F634C9C8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Проверка изменения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8428C-0206-493C-A65F-6372C1E9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Зачем автоматизировать: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0FB8C-618F-431E-A24C-CE724575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Проверка должна запускаться сразу после изменения, пока разработчик помнит контекст.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63250-1FDA-4E8F-AF83-E828399C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Что проверяем: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E7C15-7BDE-4E3E-936D-7AB7A6BD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Форматирование, статический анализ, модульные тесты, контракт API и загрузку нужных файлов.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B9925-A07B-4645-A0F0-6ABEEC56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Результат: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5FED9-7F54-4E9F-8E43-1F5C2EAD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Команда видит, какое изменение нарушило требование, и не переносит ошибку дальше.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1579D-E411-4548-A93C-943C15B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A12AD-DFC4-4838-ADD7-87B022C3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973F0-C746-4291-ADC4-CD09F820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781356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5F84E-A743-4CDF-90FE-FFEEB4D6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Сборка артефакта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9B06C-1B26-446A-AE75-F5B35FC0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Зачем автоматизировать: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07D69-4660-4EAC-8A58-B2B8C6F1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Сборка должна выполняться одинаково для каждого выбранного коммита, без зависимости от локальной машины.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D2230-C897-418F-934C-A77A005E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Что фиксируем: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AB2E3-162A-4835-BAB5-1700D7E5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Версию кода, зависимости, базовый образ, конфигурацию и артефакт модели.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D3BF5-E88B-433D-B665-164FE446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Результат: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0054C-C1FC-4C14-B4B2-56EAED35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Появляется проверяемый пакет, бинарный файл или контейнерный образ с понятным происхождением.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968D4-D2A4-4C39-A9EC-E5D28A9C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128E7-096C-430F-8D95-D14EE13A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06CAB-B127-4D6D-BF3D-D761B314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37094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48F40-AD4C-46CF-A4B7-BAF28EF1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Доставка в тестовую среду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B94AF-C40A-40DA-AEE0-89198BE0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Зачем автоматизировать: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2A13A-C8D6-48E1-A9B4-635B0312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Тестовая среда должна получать тот же результат сборки, который уже прошёл проверки.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91730-854B-4C22-9419-C26584FA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Что контролируем: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36045-EAFC-49AA-97FD-6F307519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Тег версии, параметры запуска, секреты доступа и минимальный smoke test после запуска.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68951-5733-4C6A-BE35-50EA2AF4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Результат: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1B638-004B-434D-AA60-DEE8C4F8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Можно подтвердить рабочее состояние сервиса и быстро вернуться к предыдущей проверенной версии.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48E46-33D6-46DA-B85C-9DFE603A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324E0-6A55-4FB2-B9E8-A1A846FE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585B4-6058-4E74-8765-1C6624D6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06571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88B8D-B221-4CC1-A040-1B09210B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Обратная связь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86079-29F2-43A9-9869-F50CCEB0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Статус выполнения: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94D7A-CF62-435D-9DAD-4C550BF6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Разработчик видит, какой шаг прошёл и где возникла ошибка.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1C394-54AF-4E63-93BE-2A1C1BD2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Журнал действий: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40217-B3F7-470A-9F83-00F40684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Лог job показывает команду, окружение и сообщение инструмента.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52678-56B4-4620-B6EA-FB3A1E04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Следующее действие: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93150-21F9-4FA3-9308-15BD1A72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Команда исправляет конкретный коммит, а не ищет проблему во всём процессе.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877F3-5594-4656-9919-8D3FD37F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FD483-F737-421F-8634-E5162CAB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897A9-6F12-48A2-8F0E-A3AC0C3B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30077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22C72-314E-49A9-86D1-B04A4CD4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Риски ручного процесса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FB11B-8090-4F1F-963A-7D26B0D4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Автоматизация закрывает не удобство, а конкретные риски инженерного процесса.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4BCF2-FDB5-41AF-8BD5-622FAF77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24C0B-0CBF-440D-9356-0CA43D0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Разные команды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41C7C-0FCB-40C0-A78B-98733D38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нет общего рецепта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CD7DF-E05A-4D12-BF36-26E4E165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61A63-7A66-4CFD-9DAD-2370E456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5050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0FC22-74CB-4CCF-8311-09848E66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3362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40DFA-1919-4D37-BC95-3B8052AE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384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Разные среды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7B6D9-7114-4654-9F6E-DBF067D8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336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зависимости отличаются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0BB8F-2EB9-4F27-917F-C97BD7FF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24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353A0-BF98-45AE-BDF4-51E66F28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5050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83FC4-EC02-4517-8CAA-A542A1CA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3362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5B090-21D4-4AC0-9831-954021E1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Неясный образ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7A0CF-43D6-4D30-82D6-93DFC39C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336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не видно commit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05D9C-6F70-46D5-871F-BFC5AA90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F5F83-AEEE-4501-91D1-99A8E03A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050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89511-E17B-4963-9D68-B701F65B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362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A6885-50DC-4DE1-BCCB-4BB16280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Ручная доставка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30C6B-9911-4258-A117-3C8000E8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336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легко выбрать не тот тег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EAF82-D202-4D61-BA5F-7E86344F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Проверяемый маршрут заменяет устную договорённость: команда видит событие, команды, статус, артефакт и среду.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21598-E9EA-4A42-9A0B-D11682E1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17E57-F77A-4C0D-A521-E486EF1E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16C6DF-1C29-4159-A26C-F8648B9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252965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90569-4483-44FF-93A0-5BE91AD1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8BFFC-407A-4AE7-8DFB-7A7540E0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66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BFA68-821A-4F0C-A596-105D8AC7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Выбор CI/CD для автоматизации производственного процесса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AE03E-FF4A-4DEE-82A7-03376B7B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CI/CD выбирают не как отдельный инструмент, а как способ связать разработку, проверки, сборку и доставку в управляемый процесс.</a:t>
            </a:r>
          </a:p>
        </p:txBody>
      </p:sp>
    </p:spTree>
    <p:extLst>
      <p:ext uri="{BB962C8B-B14F-4D97-AF65-F5344CB8AC3E}">
        <p14:creationId xmlns:p14="http://schemas.microsoft.com/office/powerpoint/2010/main" val="16093276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EA24E-82A2-4F58-BF1F-E5B2547A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Определение CI/CD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6E1E8-BF76-4B6F-9791-D5F65CF8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9BC4C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83AF6-7E79-49C3-B250-C3F2E115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8E2D1-E3FA-4DD7-94E3-66692E56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57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1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Continuous integration. Каждое изменение автоматически проверяется и собирается, чтобы команда быстро находила ошибки интеграции.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1B2DC-7C1B-4C19-BA00-795FE3B7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9BC4C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6C7F6-5CD8-436E-A31A-C8E683E0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76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CD как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5F512-E0B8-4470-AF95-532EBEFA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257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7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Continuous delivery. Проверенный артефакт всегда готов к доставке в выбранную среду, но момент доставки может контролировать человек.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3C1B0-F20F-4123-8079-B8E168C7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9BC4C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AFFD2-8B37-4EB0-A27B-C2AF4E1D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CD как 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F5B7D-7A0B-4610-B53D-E05654F2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257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Continuous deployment. Проверенная версия автоматически попадает в целевую среду без ручного решения на каждом запуске.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16BF8-121B-4FFB-9D66-CF20D5E9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45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Для этой лекции основной сценарий: автоматическая интеграция, проверенный образ и контролируемая доставка в тестовую среду.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4F9B5-9C12-4A55-B7B8-42DDC3CA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BD480-9D83-4EE8-A8C7-2AB33961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94EB1-1470-45D2-90C7-C6A863CB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79844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2A0C9-9E5F-45CF-B84C-590DE220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Критерии выбора платформы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C7008-8AF3-4586-8EB2-894861BB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Связь с репозиторием: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8262B-F760-49B3-89A6-2CB2D380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Платформа должна запускать проверки по push, merge request и ручному событию.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343FA-02CD-4247-821A-507FCF15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Исполнение задач: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1092C-B4B8-499E-944E-1811BC68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Нужны runner, изолированная среда, кеш зависимостей и доступ к контейнерной сборке.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D9944-FBD5-48B2-9357-460661F4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Контроль поставки: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789D6-75C7-4A08-AABE-8093CD74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Важны registry, секреты, роли доступа, approvals, журналы и отчёты тестов.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4A660-AE40-4B39-97D4-B365EEC3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07554-559E-4689-A40F-EE9FC98B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15CAE-6568-470C-99A2-ECFB5F73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68555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73C0EE-17D2-4129-B6BB-1F3CD7EB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CI/CD в производственном процессе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CFD15-D58A-4FCB-8BCD-AEC83287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1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Платформа CI/CD становится управляющим слоем между репозиторием, исполнителями задач, хранилищем образов и тестовой средой.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BAD38-B7C7-46CE-8B40-170CACCA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E9057-499B-4C2A-9CAC-079F6BEB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Разработчик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3CC83-C641-4FBD-9501-2BB07886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изменение кода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4415A-F324-4E5F-9DD0-04A9B693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6A84C-98D4-4793-A437-C7B43D3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5752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Репозиторий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4ED85-A702-44CE-9003-2E45B90A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commit и MR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4603-E8D8-48F9-84F4-3A4D9725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B3F59-ED7F-4D82-8E21-49C09A9E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CI/CD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8D10A-4A93-4CA4-B4C9-451F315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pipeline и правила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DEEC7-B33B-482D-ADBB-70D88F50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81A84-F197-4A38-B0DE-7FBB32EF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479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Runner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B29DE-5422-4478-9D83-FBE24D14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4317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 в среде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ED739-22BE-40B5-9C5E-D8DC8435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62375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B2ABE-1560-4EA9-80B7-CA112BA4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67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4121F-7BCD-44E2-ADE4-9878099B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62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образ и тег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F6BFA-459E-426F-A84D-D6358CDF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527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CA700-8425-44E8-BA23-92081366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Тестовая среда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8E372-C7E0-4486-856D-217E64EE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528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запуск версии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47A0E-6101-41D1-BFAF-4F0CC442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337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85D61-7719-4B1A-8B40-1C2B79C7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146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64B93-A21F-46EE-BC50-73355E1A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B6C29-39C2-4E09-85A6-CACBF2FA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146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FC3D2-CDBA-46A9-ACA0-E3AA9D3A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24125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26F3C-F03C-4379-AFFA-C1BA3BD5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050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7E7F7-B324-4FC2-861B-87BA8502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43375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BD55A2-4551-4590-A5E7-9013EA1E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243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87E5ED-9C61-470F-B794-D91CD52E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D2126-5194-4A87-9559-68AC53AD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146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0881C9-FA12-4509-8BF0-B17A51DD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34E1DE-21EF-4C4C-AD8F-33F85C04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A45ABC-9CAD-4D82-B47A-0EE7F0B8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304262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D5D8B-C730-4776-B973-06EEF4B4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Варианты организации CI/CD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C8667-7348-4DEF-90E0-C4835239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Облачная платформа: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D56AF-8E97-4110-8E5C-3EE9B907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Быстрый старт, готовая интеграция с репозиторием, меньше обслуживания инфраструктуры.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DACD7-C24A-4036-B99C-4630002A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Собственные runner: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D0853-A35B-4046-89DC-F6F53F46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Контроль окружения, доступ к внутренним ресурсам и возможность настроить аппаратные зависимости.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A750F-5F1C-445C-A016-54A7948A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Гибридная схема: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B7F58-1BCD-424C-B16F-05F9757D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Платформа управляет запуском, а критичные job выполняются внутри контура организации.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3211C-88AA-4440-A239-9B136D5D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B8FE2-6E3D-40EB-A697-AB31C9CE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49D6D-ED7C-469A-865E-190874C2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823189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539D8-B0BB-4C37-B8DE-05409DF0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C7C04-3041-4C7C-AA0E-4F9ED659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66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41C2B-9854-49F9-96D1-AA00EC63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Основные определения и устройство конвейера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952FB-05DA-4AB7-BBF3-47AD5A87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Дальше фиксируем словарь лекции: из каких частей состоит конвейер, как они взаимодействуют и какие доказательства качества сохраняют.</a:t>
            </a:r>
          </a:p>
        </p:txBody>
      </p:sp>
    </p:spTree>
    <p:extLst>
      <p:ext uri="{BB962C8B-B14F-4D97-AF65-F5344CB8AC3E}">
        <p14:creationId xmlns:p14="http://schemas.microsoft.com/office/powerpoint/2010/main" val="7543994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6128B-5725-494B-8F71-560EB9D3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C9923-0254-4D7E-8FB6-3143657E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Определение: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465DB-2459-4E9C-BC6C-97C63ABB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Pipeline описывает путь изменения от события запуска до результата: проверка, тестирование, сборка и доставка.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D1D26-D754-4A07-9293-A914573E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Что хранит: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F86F0-AEB8-4266-B1FD-94527CD1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Порядок stages, набор jobs, правила запуска, переменные, зависимости между шагами.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D6A80-2A50-4FEF-814C-6B072FEF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Почему важен: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3BB6E-CB29-494B-B337-AB54C4CE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Pipeline превращает требования к качеству в повторяемый процесс, который можно прочитать и проверить.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83A40-53F7-4FD5-9374-C8CF67E7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46DF6-BF16-487D-B3F6-05570C46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63DA7-85AF-47F8-98FE-BCB1A500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993783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0EAD2-26D8-4974-9AA1-63791B84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Stage и 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B3392-6F1E-431F-88C5-111D12EF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Stage: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94F5C-D674-4815-A4ED-377D25E2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Крупный этап процесса. Например check, test, build, deliver.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F28E1-6AEF-4B30-AAF4-1348A24A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Job: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2AAC7-A20F-4A02-BCB1-B74DE629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Отдельное действие внутри stage: установить зависимости, запустить pytest, собрать образ, выполнить smoke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78E26-6991-40C7-B473-37D07ACA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Связь: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FE356-8548-4224-A253-3D17D049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Stage задаёт порядок, job даёт конкретную команду и возвращает статус выполнения.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73A51-4C22-4516-BBAE-7D41C9A6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AE177-63F0-4169-A24D-0C00ED10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388AD-BDC5-4327-9B63-8EFB410E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274880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8BBAB-B1E3-4B32-BC1E-4A738BA0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Runner и среда выполнения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5238D-0097-4949-B072-D3C92C1F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Runner: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C4B75-EA2C-4C1B-80F2-03DCC616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Исполнитель job. Он получает код выбранного коммита и запускает команды из конфигурации.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6405D-4126-467A-A324-B7E317BB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Среда выполнения: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C8D08-63E4-4AAC-BF39-F327C170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Контейнер, виртуальная машина или shell-окружение, где job видит только явно переданные файлы и параметры.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753EC-C59C-43B3-ACFB-FCA35E8C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Правило: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6A0E1-5169-4778-A599-37032590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 не должен зависеть от незафиксированного файла на машине разработчика.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4AAB9-16D8-41E3-A29E-6802C93A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5E682-340D-44FA-9C6F-4B9ADFE8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5E55F-E55D-4119-A2BA-A6F16B0C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942652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A22EA-7AE9-44FA-A69B-C6E3E29C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События запуска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CDC6E-F9DF-44AF-8DFB-C92EDEB9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Push: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F754C-057D-4862-9207-A635558A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Проверяет изменение в ветке и быстро показывает ошибки автору.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A65D3-BA37-4150-B3C3-595EA4A3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Merge request: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BACFC-34AD-4EA0-BFD3-E225DFF4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Показывает, готово ли изменение к включению в основную ветку.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6B62C-8A66-4F65-8A87-9EB72798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Ручной запуск: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1F1F1-D5A3-4E42-86F2-548AE487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Подходит для учебной доставки, когда перед изменением среды нужна контрольная точка.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47C82-3805-43F3-B7DE-AE6E7B7D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7F229-2DFB-440D-B088-8629DA40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0CCBC-24AB-400B-8463-6A00D517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805933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054CC-46D2-446C-842E-447460CE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Репозиторий, commit и merge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510B1-1366-43A4-A5D4-D4188EA4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Репозиторий: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70E6B-21FF-4290-9B4C-7EDF8EEF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Хранит исходный код, Dockerfile, тесты и конфигурацию конвейера.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530B6-3B7F-4D89-84B2-6476C10A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Commit: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25719-FE1B-4026-BE38-B3D1CBC1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Фиксирует конкретное состояние файлов. Именно commit становится входом для проверки и сборки.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7F1E0-A834-425D-86AE-3DA97DA9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Merge request: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11284-D11D-4376-9251-E0E3663B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Связывает обсуждение, review, статус pipeline и решение о включении изменения.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64258-A7BA-41C7-9CA5-3A49D936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3D71C-E62C-43B1-A1BB-CF8C89F1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0F5B1-FF8B-4868-91CB-1E3E77E8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269573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10C56-D7B1-4BBD-8639-C1FA2497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Артефакт и кеш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3167F-CE12-439F-B050-9243CDE4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Артефакт: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50A59-29F0-4B26-A5F9-B689B842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Результат job, который нужен дальше: отчёт тестов, собранный пакет, контейнерный образ или файл покрытия.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962CB-0EFD-4C2F-8AC4-DD08BE93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Кеш: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9B832-DBFD-43AB-86D7-BB93FE94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Временное ускорение повторных запусков, например каталог зависимостей.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C670F-15B9-4806-9CB3-80FED53C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Отличие: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C8ACD-A389-4709-8F3C-F5299351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Кеш можно потерять без потери смысла процесса. Артефакт нужен для доказательства результата.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0D601-768E-48F2-B088-07E11B38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5BC6D-D24B-440E-B2E9-2303C02F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C338F-3A33-496F-A2B3-B36E5128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472838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0D5B1-57D8-4A49-9C18-82E936B7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Registry, образ и тег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34BA9-415D-4B59-B225-961E115C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Registry: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F8CFC-EFEE-4A9B-9B8F-4CF18CE6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Хранилище контейнерных образов, доступное этапам доставки и тестовой среде.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7D941-E62F-4837-B898-DBEFB599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Образ: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25074-A5D5-4FDF-831A-23FAA3AE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Неизменяемый результат сборки с файловой системой, зависимостями и командой запуска.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74E81-5ECC-4092-8C34-6FB685F0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Тег: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BA6C8-73F0-4826-90EA-D1BFEFDA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Читаемая ссылка на версию образа. Хороший тег связан с commit SHA или номером выпуска.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5D997-5BAE-498F-A15A-2041A5DB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92D9B-69AE-421F-98E8-D137FC52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CCF84-E2EF-44C1-833C-68344BBC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312710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5B2A3-8BA1-4805-A712-8B0779CC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Quality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7B715-34FC-45C9-B0BD-7E02EE47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Определение: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29434-9437-470F-AE94-ACAB89F5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Quality gate задаёт условие перехода версии к следующему этапу.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01EB7-E230-4534-AAA4-34A360AC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Примеры условий: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B9E09-A772-4C30-9422-76B1F685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Тесты прошли, линтер не нашёл ошибок, образ собрался, smoke test подтвердил работоспособность.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7B903-CF5A-41D0-8F3D-4D647AA0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Смысл: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2FB5E-E6BA-475C-AF7B-6BEFBB99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Дальше проходит только версия, для которой есть проверяемое основание.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88A77-809B-43B4-A3DD-7BAA8F58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26E7C-A70F-4648-853F-0D7A8967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70172-7A4B-4221-A8BF-2273F7D2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910442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A08CA-6301-4471-810C-35BA0830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Переменные и секреты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7467F-DB50-40E9-9A52-606C10CC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Переменные: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29B6A-D1DA-42F1-834F-E24DC6E3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Обычные параметры запуска: имя образа, адрес тестовой среды, режим приложения.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28AE9-34ED-4D15-B35C-95A3CB90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Секреты: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1BEDA-DBB4-47FA-91FD-711B728C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Токены registry, ключи доступа и пароли. Их хранят в настройках платформы, а не в Git.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7D9A6-3D3F-4F97-8718-8E8A35BE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Минимальные права: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232A2-53AF-49EC-B57E-A2F65BC7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 получает только те значения, которые нужны для конкретного действия.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CFAA7-BFF1-4B47-950C-A5143809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81FCA-DC0F-471E-AAFE-EA267A4D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5889-C277-450E-B80F-6D8DA22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528461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D2EA3-237E-45C8-8F4E-FBD14069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Тестовая среда и smoke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FF744-FCD2-4F01-B1C6-339D8709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Тестовая среда: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476C9-6A7E-4A75-88B7-261CF762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Отдельный стенд, который получает проверенный образ и согласованные параметры запуска.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3D663-4022-4605-85E7-94C8EB2D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Smoke test: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72B29-9B3C-4236-9378-A82D2DFF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Короткая проверка после доставки. Обычно достаточно health endpoint и одного рабочего запроса.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73C6C-E914-4901-A7C6-B2990E0B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Результат: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3417E-D62D-4D7D-9A1C-DA56F7B3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Команда подтверждает не только запуск контейнера, но и минимальный рабочий путь сервиса.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9A4CC-7D25-4204-BC14-D62CF380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21D94-8A93-4D1C-9044-BF43D0AF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D8371-E68C-4A80-92BA-1556E6C1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423903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87A3A0-E13B-49EA-B776-D0471064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Взаимодействие основных частей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65E9F-6BFE-4380-B71C-C486081C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72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Событие запускает pipeline. Runner выполняет job, сохраняет доказательства и передаёт проверенный образ в тестовую среду.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DFFD0-DB06-4298-ADC0-C162080E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31439-EE07-4A69-B155-6B688DCB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0C038-2CD8-4442-B772-FF7E497D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commit, MR, tag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69E35-3B39-4FE8-8C7C-4EBA271B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56BDA-D433-4CB6-BF42-BF326F80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384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Платформа CI/CD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70CA2-390C-4966-8F40-E44D3677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336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pipeline, правила, секреты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ADFEC-8716-495A-AA99-B67B949A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FD190-FACC-43F3-9A89-2E8EE655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Runner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3B5D9-8D6D-4F68-A6CF-8C33DD4C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336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выполняет job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65668-E7B0-4721-80EA-B050D4FE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37CFC-6520-44FA-AC95-8C2E8510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005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Артефакты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C3D03-EB7D-4917-A49A-99B236BE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отчёты и пакеты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48514-C5D7-4407-A3AC-8CE6A3BC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33625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8D33A-82FC-4C38-9108-898E9412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384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D4E85-3785-4719-81E6-D3A836B4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336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образы и теги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40771-E572-4509-ACC5-B64BDC96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9C8BD-3D21-4957-8A22-802B6E31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2005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Тестовая среда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2CF4B-5FFC-4455-8EBB-AE5FDFE7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4958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доставка и smoke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BF285-7966-48F1-B419-CA9F991A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8602F9-6EA7-40AD-BB26-829CFA42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050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A2786E-DE28-424A-875F-B9F00953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011E3-164D-4B5E-8D7F-E41F4BA1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5050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56AFB7-95DB-47CC-AF34-1AAB75A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92AE0E-4109-4B85-A1BA-7F2AFB7B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050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A19ABD-DE71-45D9-ABA3-9BA4FC91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81350"/>
            <a:ext cx="285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583F97-9DC3-4CFE-8AE2-917BE330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147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C8B7E2-8BF2-441A-AEBE-0395380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81350"/>
            <a:ext cx="285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BBFC14-A9DB-4519-9D68-E02D943F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147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371DED-198D-4782-A61E-287C3BBA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Логи и статусы связывают каждый результат с исходным commit.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51E8C4-85D5-4371-8C74-2A24EB1A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BE3C6D-C65E-45E5-8BED-CA942BFB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C22EDC-5FDD-4B6D-B8FA-B29EFE37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582209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4227BD-4298-48C7-BD1C-A77FB9C0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Путь изменения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4B7E4-E944-401C-8774-FD5D3498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Каждый блок отвечает за отдельное доказательство качества версии.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04894-2FB5-4D5C-A225-DAAB8F80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6901A-EE6F-423B-B4FE-534A6175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38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Commit или MR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CF362-B773-42C0-870D-058260A3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3367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исходное изменение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44596-E523-49E4-96B0-B822DE26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686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6C21F-1AEF-424C-B10C-EBCF1F45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669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CB07F-835F-485D-9887-2B0D6324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3336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A6524-542F-4916-83C2-C76DF81F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38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Проверки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E4A66-A799-4F0A-AAAC-87E962B3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3367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стиль и схема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7D5FC-FDDB-4BD9-BD10-CDFBCDAD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86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78378-DA1C-4E7C-9681-0A3E436F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9CD6B-3600-401F-8A9B-897C3F15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336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46915-AE22-4C62-B231-39D4B249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38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Тесты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62008-A066-49E5-9D89-1A12D966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3367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поведение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738CA-5A74-4852-9EB2-244ACD8F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86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31701-2AB9-4642-8088-536C3AA1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669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7480B-FC07-43D7-8558-E7F64A3E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336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4A913-28B6-4EA9-8E76-19488515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438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Сборка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2ED7C-0D8A-4CB4-8D03-2EE6FAE4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73367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образ с тегом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7F5955-ECDD-4463-B1D3-D6F3469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860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70"/>
          </a:solidFill>
          <a:ln xmlns:a="http://schemas.openxmlformats.org/drawingml/2006/main" w="0">
            <a:solidFill>
              <a:srgbClr val="1F6D7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AB4CB-9F2A-41A5-A2B1-7BCD51B2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669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85F37-23EC-4D63-9449-3D595657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336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9525">
            <a:solidFill>
              <a:srgbClr val="78A8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220F5-7527-4A44-92B4-CE7A093F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438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Тестовая среда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ACFA76-3676-4B3C-822F-610100F5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3367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smoke 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C4506F-0C72-45DF-9282-3A54B3B3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Pipeline останавливается на первом непрошедшем этапе. Поэтому сборка и доставка получают только проверенное изменение.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21BB66-0DC2-4BA5-90B3-A0803D52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E442D3-D704-463C-81E4-C3C03107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75C56B-DAA2-4B82-B993-005AB9D4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1578426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C40F4-8832-4D39-BEA9-A2BEFFEB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Минимальный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35FA6-9325-4DC7-BA70-0A251017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Check: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C24DD-AB02-4B5F-AD66-61E758F0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Форматирование и статический анализ. Быстрый сигнал до долгих действий.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4D40D-DD50-4D9A-B775-864038FF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Test: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47E61-2D6D-4B24-BF2B-2164217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Модульные тесты и API-тесты для POST /predict.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056EA-BA60-44CF-9F32-1C520BC6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Build: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6C925-D07F-4B09-B598-485B70D3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Сборка Docker-образа и присвоение тега, связанного с commit.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D9DF3-A422-41BD-BA8E-7C027C53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F6D4D-E844-45B5-B11F-8A16DBEA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B508A-2933-4260-AC25-994F6B0D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151309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CADFC-2E91-4790-BB2A-E3D7692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Статические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08040-D721-4D3B-A258-50C407EA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Назначение: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14B08-5791-457E-9489-EEE80A79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Найти часть ошибок до запуска приложения и сделать требования к стилю проверяемыми.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19601-B13A-400C-99A0-81F7F69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Порядок: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3D8CB-48D4-4F1D-992B-3FB5980E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Такие job запускают раньше тестов и сборки, потому что они быстрее.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FB240-B43C-4682-8A71-13234368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Граница: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47145-3775-4F88-BDC3-E1E4F1EC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Инструмент не заменяет review, но снимает повторяющиеся замечания.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8CF72-D66A-41E7-BE59-CDB84B46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A24BE-6DB3-40A6-8956-35BEC0F7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50E5C-C27E-463D-8986-667BD43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2219193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C4E4A-01E0-40B7-902A-734FA4CA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Тесты API-сервиса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04ECF-0230-4D95-B553-87781519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Модульные тесты: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9AF31-DFB7-4ED1-AB45-06EE9A4C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Проверяют прикладную логику без сетевого слоя.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B6529-912F-4763-9D8C-19373CD3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API-тесты: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A89CE-6A2F-4480-84D7-D413420D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Проверяют POST /predict, схему запроса и ошибки валидации.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21651-F246-4009-A0E0-5C545392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Интеграционная проверка: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BF98F-2E36-4459-85DA-02C31739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Подтверждает, что сервис загрузил нужный артефакт модели.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EEB6D-4ABB-44BB-895E-26388311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1044D-C5D6-4E70-A0AB-675F1AE8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E5A0A-6DD0-4D4A-B65B-16CE0293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916806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E5215-3CE9-4CAB-86E4-B3F21DB7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Dockerfile и сборка образа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65757-6625-46CE-8854-400D198A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Назначение: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1F7EF-23BA-432A-8C89-36703B91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Dockerfile описывает рецепт получения контейнерного образа: базовый образ, зависимости, рабочий каталог, копирование файлов и команду запуска.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C5985-B558-4F28-85D3-9C743162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Связь с pipeline: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CDD9E-6E6B-4A50-89F7-FFBE4737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Конвейер не заменяет Dockerfile. Он выбирает нужный Dockerfile, передаёт контекст сборки и сохраняет результат в registry.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7A5F2-2BA7-455B-9109-DDA90A53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Контроль изменений: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1DEC4-BD72-4844-891C-9441A26C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Изменение Dockerfile меняет артефакт поставки. Поэтому образ нужно пересобрать и заново проверить.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7867B-7B5A-41ED-83CD-803D978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4B840-1F96-4F3C-8319-EC956D86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32A21-09F5-4BFD-9A4A-5529B880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83514523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4665A-D89D-4CBD-AF6E-1F6E9386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Воспроизводимость сборки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908A8-71AC-49C5-8408-D03EEB4E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Фиксированные входы: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A421B-9829-40E2-835E-BD208A24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Версия кода, зависимости, базовый образ и артефакт модели должны быть явными.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8173F-FA66-4F11-BFEF-455A1C30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Одинаковая команда: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FABE7-46CF-4621-89E2-82B525FA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Runner повторяет один и тот же рецепт сборки для выбранного commit.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0983E-7DE2-4D73-9B5F-21A55CB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Проверяемый результат: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1CA55-AC46-4856-8FCC-4FDECF2F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Команда тестирует и доставляет один и тот же образ, а не пересобирает его заново в среде.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114F3-F46B-41D5-B039-AFC636DB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C7326-4936-4331-A606-644B9A0C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AC0F7-BCB2-4F6B-A6D9-D9B0FD8E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20114023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C1130-14EB-422D-A4C9-55244304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Доставка в тестовую среду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422D7-80D1-428E-A990-A38A81C5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Условие старта: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48FCC-CC0F-4C8A-A72C-2F9474E9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Доставка начинается только после успешных проверок и сборки.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E3059-1161-4736-9089-59F669E1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Источник версии: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2DB05-2A21-4921-A0D6-4A69BBC0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Тестовая среда получает образ из registry по проверенному тегу.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495AF-A2FF-4D51-B57E-0ED47749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Проверка после запуска: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C2BAE-2DB4-4F24-AAEF-0336050B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Smoke test подтверждает health endpoint, рабочий запрос и версию образа.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A6280-5209-41F9-8E75-13955D66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B3834-0740-4036-A280-2BA72432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93886-D6AC-40DA-A49B-2D20CEDA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8258814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A4167-C023-4767-A5BF-03C5501C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Откат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2D4AC-0D5C-472F-96B9-FAC85F1A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Когда нужен: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06EAF-5960-431E-9B4B-37ECE2AB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Новая версия не прошла smoke test или нарушила ожидаемое поведение.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47D4F-72D7-43DF-A997-C4D7CC2A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Как выполнить: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B4173-DDEC-4E5B-ADC7-043BAE27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Выбрать предыдущий проверенный тег образа и вернуть среду к нему.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7D26C-45A0-45D1-857B-8504FF06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Что зафиксировать: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50CAD-27E5-49AE-A717-6DE6E09C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Причину сбоя, ссылку на job и задачу на исправление.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FC21B-8F0B-480F-8421-DA9EAF44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EC363-1E42-4A7D-AA64-FA04AFBF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CAABA-7335-42F6-95B0-0AE47A6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3165807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58C8F-A657-4BB1-8110-0F552F6A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Диагностика неудачного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75C18-F654-4B3D-A562-66732DB0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Порядок анализа: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158CC-B457-46FF-B08A-39F438A8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Проверить событие запуска и commit SHA.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1F0F0-B267-4BFF-A91B-BAAC20EF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Найти место сбоя: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78085-89B8-4262-9F44-6894813B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Открыть stage и job, где появился первый красный статус.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FC20C-D559-4447-B311-C525C729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Доказательства: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5A032-C9B8-4817-8928-9B63DA68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Прочитать журнал, тестовый отчёт, тег образа и результат smoke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605D7-E79E-4258-AB8D-0EA21113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2A352-A857-4DE6-82B9-EE44BABD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F6E40-E277-4748-8F35-BA57E040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3772097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4D2F3-6E90-47AC-A38F-A771276A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B3083-CF59-4EAC-AD51-B5C77C1B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Сценарий: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EE3BE-CC76-44ED-A30A-9EC746C1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Изменение теста или проверки в ветке.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A1ADD-7AEB-48D6-95AA-65E93E81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Наблюдение: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77FDF-875C-4213-AA62-508C163C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Запуск pipeline для merge request, просмотр jobs и тега образа.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5EBD7-8D57-4DAE-ACD2-B2254C6B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Завершение: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EBC4C-D7B4-4914-9801-94A25B0E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Доставка в тестовую среду, HTTP-проверка и выбор версии для отката.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F8FA4-1ECB-4D43-804B-7817768E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4A07E-EC79-4F41-ADC9-9C175128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8C2C6-A0CA-46ED-89BD-D39293E9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08845382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305C0-5EDD-4DCC-8BD1-FBD65EEB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73B75-EE4A-4517-B71A-8415A683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66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9F8DB-415D-41CE-AD91-E0159CBB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Конфигурация CI/CD на GitVerse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2509F-9B9D-47D1-9080-4E5F7413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Практический блок: где хранить workflow, какие файлы нужны проекту и как связать проверку, сборку Docker-образа и доставку.</a:t>
            </a:r>
          </a:p>
        </p:txBody>
      </p:sp>
    </p:spTree>
    <p:extLst>
      <p:ext uri="{BB962C8B-B14F-4D97-AF65-F5344CB8AC3E}">
        <p14:creationId xmlns:p14="http://schemas.microsoft.com/office/powerpoint/2010/main" val="119009736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38E82-0CEA-4EF7-99FE-7E6B91CF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Файлы конфигурации в репозитории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14C6F-6610-4309-AF56-D48FB27C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00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Workflow хранится как YAML-файл. Обычно достаточно одного файла для проверки и сборки, но крупный проект можно разделить на несколько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4E2F1-ED6C-4212-896F-CF85FEDC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802A4-BB11-498D-B809-E392CC2E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3619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project/</a:t>
            </a:r>
          </a:p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.gitverse/</a:t>
            </a:r>
          </a:p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workflows/</a:t>
            </a:r>
          </a:p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gitverse-ci.yaml</a:t>
            </a:r>
          </a:p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build-image.yaml</a:t>
            </a:r>
          </a:p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app/</a:t>
            </a:r>
          </a:p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tests/</a:t>
            </a:r>
          </a:p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Dockerfile</a:t>
            </a:r>
          </a:p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requirements.txt</a:t>
            </a:r>
          </a:p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README.md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3BD3F-0067-4D9A-9867-AEF094BB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Документированный каталог workflow: .gitverse/workflows/. В интерфейсе GitVerse также встречается базовое имя gitverse-ci.yaml.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534F5-FDFD-49A2-838F-A86B6B01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6712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Если в репозитории несколько workflow, каждый YAML описывает отдельный сценарий: тесты, сборка образа, доставка или ручная операция.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93FC3-D375-4DFC-A86C-AD34DB6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C7983-33AA-4414-9EB3-5DE4948E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891E4-AEBA-49D9-86B0-B89F72D3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9233298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60328-448C-4FC0-B502-33472F91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Несколько workflow в одном репозитории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CA559-0437-46FC-8884-339F48C8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Зачем разделять: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AFA84-BD32-4231-A293-EB99D7B6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Отдельные файлы проще читать, отключать и запускать вручную. Тесты, сборка образа и доставка могут иметь разные события запуска.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F1392-D029-48DB-9535-0ECE11A1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Как GitVerse их видит: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2FE38-C025-46E3-BD8B-6DACDE8C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Каждый YAML-файл в каталоге workflow описывает самостоятельный workflow со своим name, on и jobs.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EB95B-C9CA-4D93-9B0B-B365AC4C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Когда удобно: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B5561-970A-468F-842E-0B9C2D59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Монорепозиторий, несколько сервисов, отдельные ручные операции и разные правила для веток или путей.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A3961-599A-4B19-86F8-F28639F9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DDB05-9FDC-4E0D-91B7-E65AB387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DBDFD-3DD2-4C2F-948C-422CA498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919719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187EF-A88F-46A5-A954-4F2283BD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Пример нескольких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D55EF-7D27-481F-A04C-71422000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5181B-E4F0-4506-BD41-A90F5CBD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project/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.gitverse/workflows/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ci.yaml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build-backend.yaml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build-worker.yaml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deploy-test.yaml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# ci.yaml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on: [push, pull_request]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# deploy-test.yaml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on: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workflow_dispatch: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B024E-1778-4D2E-8270-D5671E96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1933F-5EC3-4C99-AC81-A3D469C6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F7DBF-B9B4-4A34-B590-6B4B13E1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Пример логики: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ci.yaml проверяет код при push и pull_request.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build-backend.yaml собирает образ backend.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build-worker.yaml собирает образ worker.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deploy-test.yaml запускают вручную после успешной сборки.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328FD-B722-4CD1-86EB-8E473054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E421C-223A-40F1-B893-3055678F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AD546-C11A-4122-A46C-63C4AEFB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37715109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CE133-AE7C-40BC-B7C9-1B6B9A0B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Минимальный набор файлов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ECD05-DEEF-462E-A0CF-F57745BD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Обязательный файл: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06A63-7ADA-4E96-88E0-4E44CADF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YAML workflow в .gitverse/workflows/. Например .gitverse/workflows/gitverse-ci.yaml или .gitverse/workflows/ci.yaml.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AAB7D-ECC8-40F0-89F0-D30900F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Файлы проекта: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A4B75-D3B4-480B-861E-52841036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Код приложения, тесты, requirements.txt или pyproject.toml, модельный артефакт или ссылка на него.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53577-F30F-4CE1-ACDB-C0BFC2A2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Файлы контейнера: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9FA87-F27A-4A37-924E-053464DC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Dockerfile нужен только тогда, когда pipeline должен собрать контейнерный образ.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7B6B7-7855-4A03-BF05-6A2185C3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B9A93-EF69-424F-8EF2-74620DF5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BB703-2BB2-4D5F-86C0-5176C6B5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1476785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98160-3112-4751-9A9E-D693402F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Структура workflow-файла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7926C-36D3-4712-B053-7D243C7D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name: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88AC6-48DB-428A-AB70-78FF93A9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Читаемое имя workflow в интерфейсе GitVerse.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93E22-174F-47B5-A46D-B5501360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on: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055F7-5B6E-46EA-BCA4-DD05A7D1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Один корневой раздел on может содержать несколько событий запуска: push, pull_request, workflow_dispatch и другие.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57753-C771-481D-A0C6-B7220C88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jobs: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527D4-1B44-41E3-AAEC-93F07F5D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Один корневой раздел jobs содержит несколько задач. У каждой задачи есть runner, steps, зависимости needs и условия if.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DEFD6-A539-4698-A6CD-146F87B1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45B44-D8BF-4556-A614-B6D003AF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A1C6E-3492-420A-811B-16047F71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11446727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DAE13-346A-4E09-95E2-DCADA2DA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Пример gitverse-ci.yaml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861E8-1C01-410B-9C00-3742DD72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05E57-29B4-44A5-A553-BD00A1FB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name: FastAPI CI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on: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push: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branches: [master]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pull_request: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types: [opened, synchronize]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workflow_dispatch: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test: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uses: actions/checkout@v4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pytest -q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needs: 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echo "build image"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3457A-51C6-466D-A4B8-9B9C251E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6EF18-734A-4F6A-8347-769B45F9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057EE-C15F-4690-AD57-C88FD9B3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Как читать пример: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Корневой on указан один раз, но внутри три события.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Корневой jobs указан один раз, но внутри две задачи: test и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build начнётся только после успешного test, потому что указан needs: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8BBEC-3B87-478D-BC22-689B3146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83DB4-BD22-4C69-8805-EF659C46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FEBB1-861E-4186-8FE8-C004AAE9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77322653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45615-BAD6-42E5-8ECD-A2394C58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78529-AF0C-4FD4-81CB-E7A0BA9C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66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D5462-EADD-4516-934E-4131C698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Dockerfile в GitVerse CI/CD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F1D6C-3219-4D6F-AF65-44993A75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Dockerfile не является обязательной частью любого workflow. Он нужен, когда результатом этапа должна стать контейнерная версия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48134876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9E85A-F2EC-4A75-9ADD-447E26AF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Нужно ли задавать Dockerfile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294C3-6F6A-43D0-9BA1-F8C9BD31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Не обязателен: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77596-D221-49C0-92B4-F458898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Для линтинга, unit-тестов и проверки Python-кода можно работать напрямую на runner.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87D6A-2553-4917-A8AA-05F033C2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Обязателен по смыслу: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38F0F-C9C5-4203-BA76-B277BD4C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Если pipeline собирает Docker-образ, нужен рецепт сборки. Обычно это Dockerfile в корне или в каталоге сервиса.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E413F-92EB-48B7-A6E5-6C186DDB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Kaniko: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B1CAB-F26D-4D07-9126-17586EFF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Инструмент, который собирает контейнерный образ из Dockerfile без доступа к Docker Daemon. В GitVerse он нужен для сборки на облачных runner.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9AAF8-AED3-4ED9-95BB-B3D02F0E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5F55E-89CA-455B-8E2B-1E784D92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0294E-0CDC-4569-B203-C717C41B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06374593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B951C-60AB-4BAD-A309-41527729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Один Dockerfile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04078-DCB8-4ADC-BD4B-EE88944A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0EEAD-D904-456B-B3B4-293505FD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project/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app/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tests/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requirements.txt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Dockerfile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.gitverse/workflows/gitverse-ci.yaml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# в workflow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--context=dir://${{ gitverse.workspace }}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--dockerfile=Dockerfile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20764-0247-40BD-B576-1A35AE12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F1979-5196-4109-BC0A-E6F8EB08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3FDF6-DA7F-41B2-B336-35ACDD80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${{ gitverse.workspace }}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Рабочий каталог job после checkout. В примерах GitVerse его используют как корень репозитория на runner.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Если Dockerfile лежит в корне, context указывает на workspace, а dockerfile равен Dockerfile.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5B0FE-847B-4A2C-AF11-979AEC3C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EC6B7-D1E3-4E15-91DA-95C3F391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55D2D-88F5-4C76-B079-42781C24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228001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43A22-3F9E-4BE5-B557-19BAF1F4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Несколько Dockerfile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D8EA1-C956-4A0B-9344-A9BDFD43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75473-CC3D-4FDB-BBA2-05E9420C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project/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backend/Dockerfile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worker/Dockerfile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frontend/Dockerfile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.gitverse/workflows/gitverse-ci.yaml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# backend image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--context=dir://${{ gitverse.workspace }}/backend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--dockerfile=Dockerfile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# worker image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--context=dir://${{ gitverse.workspace }}/worker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--dockerfile=Dockerfile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412FF-F60F-4917-AFF1-7C9F4051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8A07D-93E3-4DB0-921B-9928BDF0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2D8AA-3B80-44B2-A4EB-E5FE0A96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Итоговые пути: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backend/Dockerfile берётся из context backend.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worker/Dockerfile берётся из context worker.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frontend/Dockerfile можно собрать отдельной job.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Если context = корень репозитория, тогда dockerfile можно указать как backend/Dockerfile.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8A219-12A4-40C4-BDC0-76253DCB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24506-3C2D-4CF1-B5FB-F7DBCF08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F0941-690C-46B8-BEC3-9FB47806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84462606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A25CA-A2B3-4245-84E3-7CE5FB83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Один YAML для backend и worker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516E3-AE49-4879-B277-56A9E069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F4732-07D5-4021-ADC2-339A3282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project/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backend/Dockerfile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worker/Dockerfile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.gitverse/workflows/gitverse-ci.yaml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# один файл gitverse-ci.yaml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build-backend: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uses: actions/checkout@v4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uses: docker://gcr.io/kaniko-project/executor:v1.24.0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with: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args: &gt;-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  --context=dir://${{ gitverse.workspace }}/backend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  --dockerfile=Dockerfile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58065-3CFA-4939-B1DC-EFCF10A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0CFF2-FB1C-4C71-8D88-C5AA292C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2E957-7968-47AF-B972-0A5ECF50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Здесь backend image и worker image находятся в одном YAML-файле.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У них разные job внутри одного раздела jobs.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backend/Dockerfile берётся потому, что context указывает на каталог backend, а dockerfile равен Dockerfile.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3B01C-13DA-42AD-AE96-BB6F19B5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70638-B9A3-41C5-A0DB-B73B28B6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EF19D-42C0-4DA5-A04A-812B44D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13881443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758F2-4723-48AB-9996-77BF56B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Две job для двух Dockerfile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E1BDC-DE07-4883-828E-D19C0AC7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44A9D-34F6-482A-8EE5-F82F7403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build-backend: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uses: docker://gcr.io/kaniko-project/executor:v1.24.0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with: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args: &gt;-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  --context=dir://${{ gitverse.workspace }}/backend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  --dockerfile=Dockerfile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  --destination=${{ secrets.REGISTRY }}/backend:${{ gitverse.sha 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build-worker: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uses: docker://gcr.io/kaniko-project/executor:v1.24.0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with: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args: &gt;-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  --context=dir://${{ gitverse.workspace }}/worker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  --dockerfile=Dockerfile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99E5C-4486-4524-B932-8FF4F158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B084F-ADC8-461E-BCB8-97FC7957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D5301-969A-4CBC-A755-3988AB1E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worker image находится в том же gitverse-ci.yaml, но в другой job.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worker/Dockerfile берётся из context worker.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Если нужно разделить ответственность, можно сделать два файла: build-backend.yaml и build-worker.yaml. Тогда это будут два разных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4F2F1-936A-46FE-9AD3-76CC8C19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82686-84B6-4C54-B191-4CE75834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576EC-ACB8-458B-AF80-2DCF1143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2781620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673D2-A80E-4117-8ECC-96EECC7D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Особенности сборки Docker-образа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3F061-16A4-49C8-821D-FFB343C2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Контекст сборки: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6E5B1-9937-4AFE-8A95-E5683882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Dockerfile видит только файлы внутри выбранного context. Если файл не попал в context, COPY его не найдёт.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1F236-ED2B-4A1B-98CD-52938D33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Облачный runner: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7DD60-68C5-43C5-A144-D11BCE5A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На облачных runner GitVerse нет доступа к docker.sock. Для сборки образов используется Kaniko.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B57A2-D066-4237-96AB-0DCC958E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Self-hosted runner: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E42A9-7786-4F1B-B803-A055D4F4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На собственном runner можно настроить Docker Daemon, но ответственность за окружение и безопасность остаётся на владельце runner.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35AB9-DBAE-4C7B-851F-7FD7DE49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E4FAA-72CF-492C-91B9-BA201E6C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0CCE2-97E6-4E6B-95DC-CE4684C1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16319605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69090-3EC3-4879-9344-B8BC1056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43A0E-BB3C-4F50-AC80-B323F3EF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66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9709B-CC1C-4A05-AB89-7E9CDBC7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Разбор gitverse-ci.yaml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8315F-F4A8-4830-91E3-EBF3BA77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Файл workflow описывает, когда запускать конвейер, на каком runner выполнять задачи и какие шаги составляют проверку и сборку.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Документация GitVerse: https://gitverse.ru/docs/cicd/docs/workflow</a:t>
            </a:r>
          </a:p>
        </p:txBody>
      </p:sp>
    </p:spTree>
    <p:extLst>
      <p:ext uri="{BB962C8B-B14F-4D97-AF65-F5344CB8AC3E}">
        <p14:creationId xmlns:p14="http://schemas.microsoft.com/office/powerpoint/2010/main" val="19815450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E91BE-B363-4E62-B402-BB0FCFC3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name и run-name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E9F80-0F12-4C04-A72C-08BDC715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41E8B-393C-429D-A0D2-11FF168F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name: Build and 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run-name: Build by @${{ gitverse.actor 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on: [push]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test: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echo "start"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6242D-7BBF-4361-AAE0-20379B28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D9055-26A8-4565-A0EE-D914ADEA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9BB60-B9DD-4937-BDC2-AEE999A4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name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Имя workflow в списке запусков CI/CD.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run-name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Имя конкретного запуска. Удобно добавлять инициатора, ветку или параметр ручного запуска.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F1777-7D95-4990-B199-C2F21716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0DBB5-327B-49E1-9E33-6B36C00A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B5792-E417-4E4E-8BDC-5BF3761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26771341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149E1-0DB5-4BCA-9A88-2A1B93DF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on: события запуска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251D8-D009-49BB-8C4A-FA797F33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C6E4A-7D8B-4359-A44D-F615A101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on: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push: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branches: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master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paths: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app/**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pull_request: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types: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opened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synchronize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workflow_dispatch: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15007-EDD3-4828-BE42-82102F8B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1309F-3560-4F48-83A9-17E08E51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B41CA-2504-4591-8F4A-DA7E8190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Подсказка по событиям: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push запускает проверку после отправки коммита.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pull_request проверяет запрос на слияние.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workflow_dispatch включает ручной запуск.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Справочник: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https://gitverse.ru/docs/cicd/docs/triggers/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CF0ED-96EE-44DA-A477-E002BC8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4D233-0C91-43BC-AA62-8229D019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27C30-CAAA-4B88-8797-23C33BAA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11948327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44C91-A378-4418-873C-9398FB81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jobs: набор задач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4B28C-D535-4BDE-BF2A-BBD920E9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1C503-1D22-45C2-A73D-ADCB1F37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test: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uses: actions/checkout@v4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pytest -q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needs: 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echo "build"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5E52C-6B3D-4FA4-A7D7-C17BB610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FABAE-5174-4308-BB58-A3DE8327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0C743-AE2F-4C8A-A7B6-9EFAAA76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Корневой раздел задач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test и build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Идентификаторы задач. Они используются в needs, outputs и интерфейсе запуска.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needs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Задаёт порядок: build начнётся только после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4A9B8-23D2-425E-9E6D-DD005C9E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563DC-CC23-4CEB-81DA-85FA111C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D1064-0EBA-428F-9B13-C532F6B9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37496120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D3BD1-EB54-4389-BAF6-1A82C809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Связь события и job через 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0F971-776D-4DF4-9960-0AE41793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69590-3B5D-44A5-8149-EF36187A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on: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push: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branches: [master]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pull_request: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workflow_dispatch: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test: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pytest -q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build-image: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if: ${{ gitverse.event_name == "push" }}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needs: 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6287D-7E12-41E3-83B0-B4261BC9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00A9C-62AC-4649-AC09-7CC5A24B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3DC68-ACD7-4842-992C-5CEF72C9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Что выполнится: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При pull_request запустится test, а build-image будет пропущен.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При push в master запустится test, затем build-image.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При ручном запуске build-image тоже пропустится, пока условие if проверяет только push.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88BD3-1E4D-4E82-A8DF-D69FE820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899B2-0A87-4193-83CF-2632F1A6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03C76-9F55-4587-A82D-AE9E6E47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69403390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4A1A1-7B1F-49D8-B482-CDC12C56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Разные события и разные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57312-9A83-4300-8032-F2E1114A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2681E-6778-47C3-9A33-A935411D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test: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if: ${{ gitverse.event_name == "pull_request" || gitverse.event_name == "push" }}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pytest -q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deploy-test: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if: ${{ gitverse.event_name == "workflow_dispatch" }}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./scripts/deploy-test.sh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61277-F337-4996-A5DF-67787F8C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DE598-E0AE-4AC2-9B17-9D3175F0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66153-3330-43B9-83DB-5B33D414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Сценарий: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push и pull_request выполняют проверку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workflow_dispatch выполняет ручную доставку в тестовую среду.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Так один workflow хранит несколько маршрутов, но каждая job запускается только по своему условию.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E82D0-EDD6-4107-9A49-D8FF621E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368FA-F320-42DC-8CE3-9D05BEE0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6EC97-9EA4-4F9F-8C46-7D84ECD1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93249242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5D6C5-CDBE-4713-8514-2B9EDD04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Фильтры paths для нескольких сервисов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7D234-B82E-489D-8F4A-3FC26A9F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45BEE-F213-4335-923F-5B72358A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on: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push: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paths: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backend/**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worker/**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build-backend: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if: ${{ contains(toJSON(gitverse.event.commits), "backend/") }}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echo "backend"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build-worker: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echo "worker"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9D289-12F0-498B-AA34-6C560C00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D03FF-A858-4859-806C-62B08E5C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860ED-1B9C-4E31-8AD2-92DEDA54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Когда запустится workflow: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Только при push, где изменения попали в backend/** или worker/**.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Что выполнится: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build-backend выполнится при условии про backend.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build-worker в примере выполнится при каждом таком запуске.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Если условий становится много, лучше разделить workflow по сервисам.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FFCC8-FBB1-4AC3-903C-E0679980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71791-0D61-44BD-9DBF-9EFB6914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D961B-9071-4387-AC72-B1BD4C58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64909321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A8E46-7A97-4562-9F5D-65D49358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runs-on: выбор runner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A5901-3D42-43D2-A02C-FA4BAB72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47D66-B78A-48EE-A02C-7684DB03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test: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pytest -q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deploy: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[self-hosted, linux]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./scripts/deploy-test.sh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7798C-CD60-4CA1-AEBD-964CEE97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725A1-FD83-44CD-9663-1DD6CB5A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00C99-A501-47E2-B33C-8EDAF912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ubuntu-latest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Облачный runner GitVerse. Подходит для тестов, линтинга и сборки через Kaniko.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self-hosted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Собственный runner. Нужен для доступа к внутренней сети, Docker Daemon или специальным зависимостям.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ADFAE-532C-4ACE-A00A-0318BEE5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477F7-2758-488E-99D7-81DDB922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4AA26-5ED7-40E3-9D31-87F3CA60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23828562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89560-A6C3-4A54-8E08-F4B33444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steps: действия внутри 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2EF7C-C76D-4A91-A8B4-8F02AC63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810B6-901B-4DF4-BF42-7AF15DE9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- name: Checkout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uses: actions/checkout@v4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- name: Install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run: pip install -r requirements.txt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- name: 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run: pytest -q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54D93-DFE7-4856-BD7B-CA40DFBD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CD425-CAC2-47FF-885C-5EE65C11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5377E-569D-40EF-9C72-3F2BE2E3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uses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Запускает готовое действие.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run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Запускает shell-команду на runner.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name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Читаемая подпись шага в логах. По ней удобно искать место сбоя.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C0328-F007-459D-967A-6FFF0AF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F183B-A123-4EB2-8796-4B97D2DD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0CB03-0C8D-4BE1-B57F-29A7B50A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50125655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A03F9-7ECB-42F1-A806-7AA63C1B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id, outputs и $GITVERSE_OUTPUT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EAB6B-8C7A-4FAF-937B-AEE82745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E45BA-89EC-49A1-B672-3CD59E7D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outputs: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image-tag: ${{ steps.set_tag.outputs.tag }}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name: Set tag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id: set_tag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run: echo "tag=1.0.0" &gt;&gt; "$GITVERSE_OUTPUT"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4397D-FD6D-4133-92D1-0338EED2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C9E81-F7C8-407D-AC14-811055D2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1D1B5-B1E6-42B5-96A1-C155951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id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Даёт шагу имя для обращений через steps.&lt;id&gt;.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outputs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Публикует значение job для других jobs.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$GITVERSE_OUTPUT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Служебный файл GitVerse. В него шаг записывает выходные значения.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04F51-BA86-488C-9562-5A208BB0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E7EA0-BC6A-4B93-8CC5-DAE892A5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06C63-BC1A-4B6E-8BCC-2A6F1645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87895705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6E5D4-F51D-48C2-A3A5-35EE32FF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needs и выходы другой 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56369-7A03-4C35-94F3-8ECEFD5B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F435D-30F1-402A-A5DC-EDD7B3E0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outputs: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image-tag: ${{ steps.set_tag.outputs.tag 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smoke_api_tests: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needs: build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echo "Тестируем образ ${{ needs.build.outputs.image-tag }}"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AE3FC-949C-4343-96C5-CDDD441A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C60E0-A37C-4F5F-B8BB-EC095CB9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B7DA0-2C8B-418C-BB3E-B94D9579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needs: build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 ждёт успешного завершения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needs.build.outputs.image-tag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Читает output, который job build опубликовала через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Так тег образа передаётся дальше без дублирования значения.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3F784-70FA-4960-9058-CDFC169D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5522D-1466-469F-B4C8-522C40D7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14A32-DA8D-4D20-8831-A497144F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59829405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20E7C-4629-4E9E-B40E-46A88A25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env, secrets и vars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FD9D3-4745-4468-A432-1658CDBA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0685B-945E-4B1A-AC6D-DCF729A7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env: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IMAGE_NAME: fastapi-demo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echo "${{ vars.ENVIRONMENT }}"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echo "${{ secrets.REGISTRY }}"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04CF5-94EC-4A58-B485-AEB2186E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2CBE5-E6EA-462D-93D7-12360AA3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AA706-65AB-409B-9ACB-9A97EB19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env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Переменные окружения внутри workflow, job или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vars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Обычные переменные репозитория или организации.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secrets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Секреты из настроек. Не записывать в Git и не печатать в логах.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C765F-81C9-46F0-976B-393E212D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0DC14-D66D-4C55-A201-BB799CE9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14E17-E238-481D-81CC-C203287F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70794695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96D55-CC8C-48A0-8F39-3B48D88A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gitverse.* в выражениях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6EE9E-129B-46AE-A4D3-B5AE1C97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67094-18A8-480A-AD73-73C9595E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run-name: Build ${{ gitverse.ref_name 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- run: |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echo "actor=${{ gitverse.actor }}"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echo "event=${{ gitverse.event_name }}"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echo "sha=${{ gitverse.sha }}"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echo "repo=${{ gitverse.repository }}"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6B792-1605-4FD3-B7EE-20F32303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E2715-8914-44FC-9E01-29133E2D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5B6BE-4DA4-4119-9F77-E147759F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Контекст gitverse.*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Доступен в if, run, env и других выражениях.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Частые поля: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gitverse.actor, gitverse.ref_name, gitverse.event_name, gitverse.sha, gitverse.repository, gitverse.workspace.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Документация: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https://gitverse.ru/docs/cicd/docs/context/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7FD62-51B4-47DE-8658-D6B85769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84CFF-EA83-4165-9C94-3A77752E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5C024-3626-4B39-A7E0-5D2055F1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578269102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50BD6-2CFC-4F51-9F94-CDAE9F4A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if: условия запуска шагов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4D9E0-C39C-4510-ABCC-1636BD4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4F88D-2683-41CA-A06E-27AC1ED6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- name: Run on master push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if: ${{ gitverse.ref_name == "master" &amp;&amp; gitverse.event_name == "push" }}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run: echo "main branch"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- name: Run for pull request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if: ${{ gitverse.event_name == "pull_request" }}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run: echo "PR check"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74413-C64C-460D-B6A0-EDED3895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3E459-099B-49E2-A381-B8252DB1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CF37C-A6BB-42E8-91DE-AE315D17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Когда выполнится: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Первый шаг выполнится только при push в ветку master.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Второй шаг выполнится только при событии pull_request.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Если событие другое, оба шага будут пропущены, а job продолжит выполнять следующие подходящие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8EFAA-55DC-4098-87B8-D94D32BA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C2944-9E91-4CDF-A3AF-AE6DF1C6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2EA35-5BF5-4F31-9AFD-E5BDFE46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25518002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B2E25-2F4A-413E-A2DC-54680F2F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Kaniko для сборки образа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7BDF8-8536-45B5-B256-C631A086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66E63-5BC6-42EA-AA80-D121E6A6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build-image: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uses: actions/checkout@v4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name: Build image with Kaniko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uses: docker://gcr.io/kaniko-project/executor:v1.24.0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with: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args: &gt;-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  --context=dir://${{ gitverse.workspace }}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  --dockerfile=Dockerfile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    --destination=${{ secrets.REGISTRY }}/fastapi:${{ gitverse.sha }}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6F7B6-C6FB-4354-98D0-69F81BAF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6DFB0-8DAD-4C7C-9909-AD278E6A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73720-D844-47EB-B434-B20F672F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Почему Kaniko: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На облачных runner GitVerse docker.sock недоступен.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Что важно: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context задаёт каталог файлов сборки.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dockerfile задаёт путь к рецепту образа.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destination задаёт registry, имя и тег.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7168F-1305-47F1-B44D-B5678D8E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3829E-56AD-4DFF-A62B-F5B788A2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78065-2C21-4923-8DA2-00A46403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425634315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F8554-A522-4E06-8D8F-7C77E73B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Production Pipeline: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E3843-9E79-492B-881E-8E09F42E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6F49F-83A0-464B-905D-1C82DA00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name: Production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on: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push: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branches: [master]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jobs: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build: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outputs: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image-tag: ${{ steps.set_tag.outputs.tag }}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uses: actions/checkout@v4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name: Set tag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id: set_tag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  run: echo "tag=1.0.0" &gt;&gt; "$GITVERSE_OUTPUT"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56FF3-35F8-4D58-8A63-733FF4C3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623BC-6042-4931-ABA1-AE77CB6D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25237-AFFA-4C3B-8320-A41BD577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Это один файл:</a:t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.gitverse/workflows/gitverse-ci.yaml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build выполняется первой, потому что другие jobs укажут needs: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Set tag записывает tag в $GITVERSE_OUTPUT, затем job публикует его как image-tag.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CF99D-7642-4178-B894-20E7012D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08C75-9905-4763-AB89-3A088C51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31157-FF05-46A4-AEBA-7432E7EC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86519741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FF312-00AA-4C9B-92D5-F4ABDDA0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Production Pipeline: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0EC7A-491C-4CD1-B3DF-B5B88941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591AC-138F-4F05-93D8-0C940BFA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smoke_api_tests: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needs: build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echo "Тестируем API образа ${{ needs.build.outputs.image-tag }}"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frontend_smoke_tests: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needs: build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echo "Тестируем фронтенд"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docs_checks: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needs: build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echo "Проверяем документацию"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92064-E791-4868-B59F-8D4D7F14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B2ED1-54E4-4B94-BD31-B774F101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1D8DA-48C4-4402-BA0C-664C18A8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Все три job находятся в том же jobs.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Они ждут build, но не ждут друг друга.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После успешного build GitVerse может запускать smoke_api_tests, frontend_smoke_tests и docs_checks параллельно.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139EF-2486-40B3-92F8-4F2882CC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853F9-0F7F-4568-9936-A8AAF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8B2F9-B71A-4E78-86FD-F958B612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100722407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CBD49-22B7-4B67-AF75-7FDBDDDA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Production Pipeline: deploy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551B0-F994-4FAB-B76B-BB1894B1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6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BBD4D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E891A-7B33-4B40-ACBA-9E1EC546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2674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deploy_production: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runs-on: ubuntu-latest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needs: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build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smoke_api_tests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frontend_smoke_tests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docs_checks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if: ${{ success() &amp;&amp; gitverse.ref == "refs/heads/master" }}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steps:</a:t>
            </a:r>
          </a:p>
          <a:p xmlns:a="http://schemas.openxmlformats.org/drawingml/2006/main">
            <a:pPr>
              <a:defRPr sz="11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      - run: echo "Деплоим версию ${{ needs.build.outputs.image-tag }} на production"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F59DC-7332-48CF-B3B1-E7E1CFE8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95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A6510-9E71-4C77-81BA-45F1D522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E8381-CD52-41C0-B5B0-244C44C4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deploy_production ждёт build и все проверки из needs.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build указан в needs, чтобы deploy мог читать needs.build.outputs.image-tag.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success() проверяет успешность зависимостей.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gitverse.ref ограничивает deploy веткой master.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612C6-7D39-4749-9BDC-8514B764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502F5-8810-4A8A-B0F3-7B4B4EC1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40C00-2996-4C9F-B7BC-DA105D15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94915438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529C4-FFFD-4369-B696-CEAC9F02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Как выполняется Production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D9A25-753A-41D6-89AA-E9DD2970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Шаг 1: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D8DA9-30D3-4A1B-B3FA-81886E29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build запускается при push в master, создаёт тег версии и публикует его как output image-tag.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E9725-6984-4D87-B25A-77341392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Шаг 2: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7D81C-F2F1-44F8-9D41-084E0CF6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smoke_api_tests, frontend_smoke_tests и docs_checks стартуют после build. Эти jobs независимы друг от друга и могут выполняться параллельно.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677E9-6C87-4FB1-BFE9-F4D5B79F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Шаг 3: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39027-30C9-4759-93EB-F9FA8CF0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deploy_production стартует только после всех проверок из needs и только для ветки master.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DF4AD-4375-4558-B972-0D1828D3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02A33-A892-4BE5-826C-E6F75C5A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939BD-819C-4755-A922-74577BE9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654048084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B21A9-4EF2-465B-9CBC-86D9AD92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Служебные слова из примера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EA7A4-DFC2-451B-BD79-24366445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outputs и id: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CC52F-9B39-42C2-96AE-FF284291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id задаёт имя шага, outputs переносит значение шага на уровень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33F23-CD33-4B45-9402-CAF5CD52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needs: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9D7BC-3DC2-4690-ABF1-69DBB93F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Задаёт зависимости между jobs и даёт доступ к outputs другой job через needs.&lt;job&gt;.outputs.&lt;name&gt;.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4802B-18C4-4B8E-883B-84BC5896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if, success(), gitverse.ref: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8BC81-7E13-4AF7-803D-6B7D74CC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if задаёт условие запуска. success() проверяет успешное завершение зависимостей. gitverse.ref ограничивает запуск нужной веткой.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C7CA2-B322-48F8-97EE-6C60EDE6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533B9-FD22-4734-8367-D9575B84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AA48E-B683-457A-91D9-D8EBB463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992430272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B18FA-0F70-4087-8B0B-2ABD4538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5A"/>
          </a:solidFill>
          <a:ln xmlns:a="http://schemas.openxmlformats.org/drawingml/2006/main" w="0">
            <a:solidFill>
              <a:srgbClr val="1957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62B6A-5637-4DC7-BBF4-1008E666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66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15A36-82A8-4771-9400-1DF87335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Дополнительные файлы проекта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A4020-EC3E-434B-A0E3-83D02739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На работу CI/CD влияют не только YAML workflow. Runner читает файлы зависимостей, тестов, контейнеризации, окружения и скриптов.</a:t>
            </a:r>
          </a:p>
        </p:txBody>
      </p:sp>
    </p:spTree>
    <p:extLst>
      <p:ext uri="{BB962C8B-B14F-4D97-AF65-F5344CB8AC3E}">
        <p14:creationId xmlns:p14="http://schemas.microsoft.com/office/powerpoint/2010/main" val="166005553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15B70-E7EE-4EBF-9ED9-98C4113A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Файлы, влияющие на установку зависимостей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6BC1A-34F7-45B1-A4A9-450973D5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Python: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3BE90-EE2A-43D6-9402-80577684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requirements.txt, pyproject.toml, poetry.lock, uv.lock фиксируют зависимости и версии инструментов.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5BF8F-1C98-4019-AF24-C3BEC5E3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Node.js: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0BE37-052F-44AA-AC68-3EF0D29C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package.json и lock-файл задают команды npm test, npm run build и версии пакетов.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409C6-A9B8-4F1C-8D48-C8046151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Смысл для CI/CD: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B84DA-6639-454E-8114-57E4A2C3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Если эти файлы меняются, pipeline должен повторить установку зависимостей и тесты.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551BE-6878-471E-A9FD-6755460B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F0393-536B-415B-8921-8BC57775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10A3E-5B3F-41F1-AB02-E7488244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86625569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26C04-4AEE-4D2F-B873-F2607C98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Файлы, влияющие на тесты и качество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92A26-5D6F-458E-822E-E5F953B5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Тесты: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05D36-5D67-4E88-806B-6E94FFCD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tests/, conftest.py, pytest.ini определяют набор проверок и настройки pytest.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3C8DE-C14A-4E1B-BE76-08E6CAC2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Линтеры и типизация: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EC343-1D82-4A2D-B63D-C9D8BDEF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ruff.toml, mypy.ini, pyproject.toml могут менять правила качества.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E4F8E-7E7F-499B-9ED9-5864709D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Покрытие: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53F66-51F9-451B-A7BA-351330F5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.coveragerc или настройки coverage влияют на отчёт и пороги качества.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62E33-66B8-4126-A17C-915482C8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2A1AB-04C1-4379-91EC-F607CA44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F3CF5-45BD-4ADE-A344-5E718839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60600420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D3BA7-F0A2-4B43-9984-2F4312D9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Файлы, влияющие на Docker-сборку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CB192-7569-443B-9195-99F93A69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Dockerfile: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AF94C-C5ED-4C62-8492-ECC499C8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Главный рецепт образа. Любое изменение требует новой сборки.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75563-3EC1-4486-B541-60A09E1C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.dockerignore: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A3A40-12E5-427D-A638-624F8106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Определяет, какие файлы не попадут в build context. Ошибка в нём может убрать нужные файлы из COPY.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47EE7-148A-4DB5-A080-380B1D99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compose.yaml: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DDB62-BFDE-4C2B-BB51-0D13A03B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Обычно нужен для локального стенда, но может использоваться в self-hosted pipeline.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92F59-FD2B-4431-8405-BC2535CE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5EBE1-9F97-4D4C-BA22-CADD3EB2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24C92-A8C9-48E8-83D8-ADD3D7AF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236271667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6EE80-2306-4A7C-9F86-2013ACF0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Файлы окружения и скрипты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1DAF0-6AD2-4A77-BD4B-7834CCE5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.env.example: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FC20D-68E2-4549-9AA8-04FC668E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Показывает имена переменных без секретных значений.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4C1E3-688B-4655-A00F-42955EBA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scripts/: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E770C-BC7E-4A9C-918C-A4F5D31D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Скрипты ci-test.sh, build-image.sh, smoke.sh влияют на поведение pipeline так же сильно, как YAML.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680FF-2792-401D-A964-A9F3DEB3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Makefile: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12291-D4EC-465E-BF9F-F3F3926D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Может скрывать реальные команды. В лекции лучше показывать, какие команды вызывает make.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B2A95-B6CD-4896-8A4A-13CEDD08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F32C3-4AAD-4A8A-B33A-DCB4176E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F5BEC-597E-4E4C-90A4-85E3D92A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705159326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A86CB-A9CB-4EE1-9795-41A9674F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Что проверять перед запуском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4A918-BE65-4EC5-B6D1-62DFECDC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Путь к workflow: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B6FAB-F586-47AF-B4BC-372A8519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YAML лежит в каталоге, который GitVerse сканирует для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ABE4C-473E-4117-B8E2-5D4EEF0D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Runner: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7151E-166C-4FF3-BBBD-0CD72029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runs-on совпадает с доступной меткой runner: ubuntu-latest или self-hosted.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AE9D2-6B2E-4037-9E7F-425A151A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Секреты: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E801A-435B-44AD-8903-E947674E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В настройках репозитория заданы REGISTRY, логин, пароль или token, которые использует сборка.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D22CB-001A-4373-96CA-EB4B1F8E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A331C-79A9-41B8-82D9-61F43B49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25F94-04AB-40D5-B2D8-4DE58B64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58529345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5D0BF-EB09-4650-9634-D6E4124E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Итоги лекции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362E5-B732-4B23-BF6B-87DC3F58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Процесс: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780D5-5D04-4755-9DF8-1D79FB5D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CI/CD связывает изменение кода с проверками, сборкой и доставкой.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D7BDD-C030-4F51-9583-972076E1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GitVerse: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60F13-8E16-4CF3-8C07-5A0A45F2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Workflow хранится как YAML, runner выполняет jobs, а контекст gitverse.* связывает запуск с событием, веткой и commit.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72609-769E-4C72-AA2F-4ADF6045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D70"/>
                </a:solidFill>
                <a:latin typeface="Arial"/>
                <a:ea typeface="Arial"/>
                <a:cs typeface="Arial"/>
              </a:rPr>
              <a:t>Трассируемость: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23947-099E-4802-A0DD-EA320291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3105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Commit, pipeline, образ и тег позволяют объяснить, какая версия запущена.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2A282-0C95-46B4-89C8-870D63D8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0B672-F3A7-44AB-9DCF-B6D4F8A8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E9A2F-8CA4-410C-A430-B61F8357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26449320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EEB95-528D-44D3-99A7-8DC9CB2E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57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575A"/>
                </a:solidFill>
                <a:latin typeface="Arial"/>
                <a:ea typeface="Arial"/>
                <a:cs typeface="Arial"/>
              </a:rPr>
              <a:t>Контрольные вопросы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036BC-4020-4B04-A287-2B7419FB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051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Чем continuous integration отличается от continuous delivery?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8A5F8-3D60-4885-A744-3B9B0587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1051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Почему runner не должен зависеть от локальной машины разработчика?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AE403-198B-46F3-9558-58696C5F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1051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Чем кеш отличается от артефакта?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CDDD7-B081-489F-8DC9-1662AD1E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31051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Почему тег образа должен быть связан с commit SHA?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817C3-3651-4463-892B-54572C5D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29025"/>
            <a:ext cx="31051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853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85356"/>
                </a:solidFill>
                <a:latin typeface="Arial"/>
                <a:ea typeface="Arial"/>
                <a:cs typeface="Arial"/>
              </a:rPr>
              <a:t>Что подтверждает smoke test после доставки?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FFEBB-1091-4980-A056-6F5A9EF5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DD"/>
          </a:solidFill>
          <a:ln xmlns:a="http://schemas.openxmlformats.org/drawingml/2006/main" w="0">
            <a:solidFill>
              <a:srgbClr val="C6DC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39A2C-DB75-4F67-8923-87EED010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Лекция 4 / Непрерывная интеграция и доставка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7A1F0-E5DD-450D-9727-BEA6B0EC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F6D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F6D70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315611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2026-09-25T11:49:05.8690000Z</dcterms:created>
  <dcterms:modified xsi:type="dcterms:W3CDTF">2026-09-25T11:49:05.8690000Z</dcterms:modified>
</coreProperties>
</file>